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C4BA2E-6C76-43ED-8A32-74EF5B89791F}" v="92" dt="2024-03-08T15:48:52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ham Taft Essien" userId="fb3b8df99163c74f" providerId="Windows Live" clId="Web-{E5C4BA2E-6C76-43ED-8A32-74EF5B89791F}"/>
    <pc:docChg chg="addSld delSld modSld sldOrd">
      <pc:chgData name="Brigham Taft Essien" userId="fb3b8df99163c74f" providerId="Windows Live" clId="Web-{E5C4BA2E-6C76-43ED-8A32-74EF5B89791F}" dt="2024-03-08T15:50:33.105" v="132" actId="20577"/>
      <pc:docMkLst>
        <pc:docMk/>
      </pc:docMkLst>
      <pc:sldChg chg="addSp delSp modSp mod setBg setClrOvrMap">
        <pc:chgData name="Brigham Taft Essien" userId="fb3b8df99163c74f" providerId="Windows Live" clId="Web-{E5C4BA2E-6C76-43ED-8A32-74EF5B89791F}" dt="2024-03-08T15:48:00.255" v="121" actId="20577"/>
        <pc:sldMkLst>
          <pc:docMk/>
          <pc:sldMk cId="3623172402" sldId="256"/>
        </pc:sldMkLst>
        <pc:spChg chg="mod">
          <ac:chgData name="Brigham Taft Essien" userId="fb3b8df99163c74f" providerId="Windows Live" clId="Web-{E5C4BA2E-6C76-43ED-8A32-74EF5B89791F}" dt="2024-03-08T15:31:33.855" v="4"/>
          <ac:spMkLst>
            <pc:docMk/>
            <pc:sldMk cId="3623172402" sldId="256"/>
            <ac:spMk id="2" creationId="{CDF0063A-9C54-C0A7-5488-9651E2A1DD0B}"/>
          </ac:spMkLst>
        </pc:spChg>
        <pc:spChg chg="mod">
          <ac:chgData name="Brigham Taft Essien" userId="fb3b8df99163c74f" providerId="Windows Live" clId="Web-{E5C4BA2E-6C76-43ED-8A32-74EF5B89791F}" dt="2024-03-08T15:48:00.255" v="121" actId="20577"/>
          <ac:spMkLst>
            <pc:docMk/>
            <pc:sldMk cId="3623172402" sldId="256"/>
            <ac:spMk id="3" creationId="{F7C0F0AC-1A35-6AC5-BC08-097E81CFA05D}"/>
          </ac:spMkLst>
        </pc:spChg>
        <pc:spChg chg="add del">
          <ac:chgData name="Brigham Taft Essien" userId="fb3b8df99163c74f" providerId="Windows Live" clId="Web-{E5C4BA2E-6C76-43ED-8A32-74EF5B89791F}" dt="2024-03-08T15:31:24.542" v="1"/>
          <ac:spMkLst>
            <pc:docMk/>
            <pc:sldMk cId="3623172402" sldId="256"/>
            <ac:spMk id="9" creationId="{0671A8AE-40A1-4631-A6B8-581AFF065482}"/>
          </ac:spMkLst>
        </pc:spChg>
        <pc:spChg chg="add del">
          <ac:chgData name="Brigham Taft Essien" userId="fb3b8df99163c74f" providerId="Windows Live" clId="Web-{E5C4BA2E-6C76-43ED-8A32-74EF5B89791F}" dt="2024-03-08T15:31:24.542" v="1"/>
          <ac:spMkLst>
            <pc:docMk/>
            <pc:sldMk cId="3623172402" sldId="256"/>
            <ac:spMk id="11" creationId="{AB58EF07-17C2-48CF-ABB0-EEF1F17CB8F0}"/>
          </ac:spMkLst>
        </pc:spChg>
        <pc:spChg chg="add del">
          <ac:chgData name="Brigham Taft Essien" userId="fb3b8df99163c74f" providerId="Windows Live" clId="Web-{E5C4BA2E-6C76-43ED-8A32-74EF5B89791F}" dt="2024-03-08T15:31:24.542" v="1"/>
          <ac:spMkLst>
            <pc:docMk/>
            <pc:sldMk cId="3623172402" sldId="256"/>
            <ac:spMk id="13" creationId="{AF2F604E-43BE-4DC3-B983-E071523364F8}"/>
          </ac:spMkLst>
        </pc:spChg>
        <pc:spChg chg="add del">
          <ac:chgData name="Brigham Taft Essien" userId="fb3b8df99163c74f" providerId="Windows Live" clId="Web-{E5C4BA2E-6C76-43ED-8A32-74EF5B89791F}" dt="2024-03-08T15:31:24.542" v="1"/>
          <ac:spMkLst>
            <pc:docMk/>
            <pc:sldMk cId="3623172402" sldId="256"/>
            <ac:spMk id="15" creationId="{08C9B587-E65E-4B52-B37C-ABEBB6E87928}"/>
          </ac:spMkLst>
        </pc:spChg>
        <pc:spChg chg="add del">
          <ac:chgData name="Brigham Taft Essien" userId="fb3b8df99163c74f" providerId="Windows Live" clId="Web-{E5C4BA2E-6C76-43ED-8A32-74EF5B89791F}" dt="2024-03-08T15:31:33.823" v="3"/>
          <ac:spMkLst>
            <pc:docMk/>
            <pc:sldMk cId="3623172402" sldId="256"/>
            <ac:spMk id="17" creationId="{71B2258F-86CA-4D4D-8270-BC05FCDEBFB3}"/>
          </ac:spMkLst>
        </pc:spChg>
        <pc:spChg chg="add del">
          <ac:chgData name="Brigham Taft Essien" userId="fb3b8df99163c74f" providerId="Windows Live" clId="Web-{E5C4BA2E-6C76-43ED-8A32-74EF5B89791F}" dt="2024-03-08T15:42:54.742" v="50"/>
          <ac:spMkLst>
            <pc:docMk/>
            <pc:sldMk cId="3623172402" sldId="256"/>
            <ac:spMk id="20" creationId="{06DA9DF9-31F7-4056-B42E-878CC92417B8}"/>
          </ac:spMkLst>
        </pc:spChg>
        <pc:spChg chg="add">
          <ac:chgData name="Brigham Taft Essien" userId="fb3b8df99163c74f" providerId="Windows Live" clId="Web-{E5C4BA2E-6C76-43ED-8A32-74EF5B89791F}" dt="2024-03-08T15:42:54.742" v="50"/>
          <ac:spMkLst>
            <pc:docMk/>
            <pc:sldMk cId="3623172402" sldId="256"/>
            <ac:spMk id="26" creationId="{06DA9DF9-31F7-4056-B42E-878CC92417B8}"/>
          </ac:spMkLst>
        </pc:spChg>
        <pc:picChg chg="add mod">
          <ac:chgData name="Brigham Taft Essien" userId="fb3b8df99163c74f" providerId="Windows Live" clId="Web-{E5C4BA2E-6C76-43ED-8A32-74EF5B89791F}" dt="2024-03-08T15:42:31.413" v="49" actId="14100"/>
          <ac:picMkLst>
            <pc:docMk/>
            <pc:sldMk cId="3623172402" sldId="256"/>
            <ac:picMk id="4" creationId="{7145032D-35A6-78DC-CD41-A7D6F197F1C3}"/>
          </ac:picMkLst>
        </pc:picChg>
        <pc:picChg chg="add del">
          <ac:chgData name="Brigham Taft Essien" userId="fb3b8df99163c74f" providerId="Windows Live" clId="Web-{E5C4BA2E-6C76-43ED-8A32-74EF5B89791F}" dt="2024-03-08T15:31:24.542" v="1"/>
          <ac:picMkLst>
            <pc:docMk/>
            <pc:sldMk cId="3623172402" sldId="256"/>
            <ac:picMk id="5" creationId="{CF22E8AB-97B7-9979-EDC2-FD177AC7FCCE}"/>
          </ac:picMkLst>
        </pc:picChg>
        <pc:picChg chg="add del">
          <ac:chgData name="Brigham Taft Essien" userId="fb3b8df99163c74f" providerId="Windows Live" clId="Web-{E5C4BA2E-6C76-43ED-8A32-74EF5B89791F}" dt="2024-03-08T15:31:33.823" v="3"/>
          <ac:picMkLst>
            <pc:docMk/>
            <pc:sldMk cId="3623172402" sldId="256"/>
            <ac:picMk id="18" creationId="{7F27A41B-8034-8C48-33EF-7246BB127437}"/>
          </ac:picMkLst>
        </pc:picChg>
        <pc:picChg chg="add mod">
          <ac:chgData name="Brigham Taft Essien" userId="fb3b8df99163c74f" providerId="Windows Live" clId="Web-{E5C4BA2E-6C76-43ED-8A32-74EF5B89791F}" dt="2024-03-08T15:42:54.742" v="50"/>
          <ac:picMkLst>
            <pc:docMk/>
            <pc:sldMk cId="3623172402" sldId="256"/>
            <ac:picMk id="21" creationId="{BBAD93F4-1101-9749-EC34-8CC9F010E802}"/>
          </ac:picMkLst>
        </pc:picChg>
      </pc:sldChg>
      <pc:sldChg chg="addSp delSp modSp mod setBg">
        <pc:chgData name="Brigham Taft Essien" userId="fb3b8df99163c74f" providerId="Windows Live" clId="Web-{E5C4BA2E-6C76-43ED-8A32-74EF5B89791F}" dt="2024-03-08T15:50:33.105" v="132" actId="20577"/>
        <pc:sldMkLst>
          <pc:docMk/>
          <pc:sldMk cId="2892550571" sldId="257"/>
        </pc:sldMkLst>
        <pc:spChg chg="mod">
          <ac:chgData name="Brigham Taft Essien" userId="fb3b8df99163c74f" providerId="Windows Live" clId="Web-{E5C4BA2E-6C76-43ED-8A32-74EF5B89791F}" dt="2024-03-08T15:32:12.559" v="8"/>
          <ac:spMkLst>
            <pc:docMk/>
            <pc:sldMk cId="2892550571" sldId="257"/>
            <ac:spMk id="2" creationId="{74F7C6D7-E5EB-4A91-DDD1-274388125446}"/>
          </ac:spMkLst>
        </pc:spChg>
        <pc:spChg chg="add del">
          <ac:chgData name="Brigham Taft Essien" userId="fb3b8df99163c74f" providerId="Windows Live" clId="Web-{E5C4BA2E-6C76-43ED-8A32-74EF5B89791F}" dt="2024-03-08T15:32:32.607" v="17"/>
          <ac:spMkLst>
            <pc:docMk/>
            <pc:sldMk cId="2892550571" sldId="257"/>
            <ac:spMk id="3" creationId="{13C4D476-312D-4154-2837-AA5A94339807}"/>
          </ac:spMkLst>
        </pc:spChg>
        <pc:spChg chg="add del">
          <ac:chgData name="Brigham Taft Essien" userId="fb3b8df99163c74f" providerId="Windows Live" clId="Web-{E5C4BA2E-6C76-43ED-8A32-74EF5B89791F}" dt="2024-03-08T15:32:05.668" v="6"/>
          <ac:spMkLst>
            <pc:docMk/>
            <pc:sldMk cId="2892550571" sldId="257"/>
            <ac:spMk id="9" creationId="{35DB3719-6FDC-4E5D-891D-FF40B7300F64}"/>
          </ac:spMkLst>
        </pc:spChg>
        <pc:spChg chg="add del">
          <ac:chgData name="Brigham Taft Essien" userId="fb3b8df99163c74f" providerId="Windows Live" clId="Web-{E5C4BA2E-6C76-43ED-8A32-74EF5B89791F}" dt="2024-03-08T15:32:05.668" v="6"/>
          <ac:spMkLst>
            <pc:docMk/>
            <pc:sldMk cId="2892550571" sldId="257"/>
            <ac:spMk id="11" creationId="{E0CBAC23-2E3F-4A90-BA59-F8299F6A5439}"/>
          </ac:spMkLst>
        </pc:spChg>
        <pc:spChg chg="add del">
          <ac:chgData name="Brigham Taft Essien" userId="fb3b8df99163c74f" providerId="Windows Live" clId="Web-{E5C4BA2E-6C76-43ED-8A32-74EF5B89791F}" dt="2024-03-08T15:32:12.559" v="8"/>
          <ac:spMkLst>
            <pc:docMk/>
            <pc:sldMk cId="2892550571" sldId="257"/>
            <ac:spMk id="16" creationId="{CB49665F-0298-4449-8D2D-209989CB9EE3}"/>
          </ac:spMkLst>
        </pc:spChg>
        <pc:spChg chg="add del">
          <ac:chgData name="Brigham Taft Essien" userId="fb3b8df99163c74f" providerId="Windows Live" clId="Web-{E5C4BA2E-6C76-43ED-8A32-74EF5B89791F}" dt="2024-03-08T15:32:12.559" v="8"/>
          <ac:spMkLst>
            <pc:docMk/>
            <pc:sldMk cId="2892550571" sldId="257"/>
            <ac:spMk id="25" creationId="{A71EEC14-174A-46FA-B046-474750457130}"/>
          </ac:spMkLst>
        </pc:spChg>
        <pc:grpChg chg="add del">
          <ac:chgData name="Brigham Taft Essien" userId="fb3b8df99163c74f" providerId="Windows Live" clId="Web-{E5C4BA2E-6C76-43ED-8A32-74EF5B89791F}" dt="2024-03-08T15:32:12.559" v="8"/>
          <ac:grpSpMkLst>
            <pc:docMk/>
            <pc:sldMk cId="2892550571" sldId="257"/>
            <ac:grpSpMk id="13" creationId="{EEB6CB95-E653-4C6C-AE51-62FD848E8D5B}"/>
          </ac:grpSpMkLst>
        </pc:grpChg>
        <pc:grpChg chg="add del">
          <ac:chgData name="Brigham Taft Essien" userId="fb3b8df99163c74f" providerId="Windows Live" clId="Web-{E5C4BA2E-6C76-43ED-8A32-74EF5B89791F}" dt="2024-03-08T15:32:12.559" v="8"/>
          <ac:grpSpMkLst>
            <pc:docMk/>
            <pc:sldMk cId="2892550571" sldId="257"/>
            <ac:grpSpMk id="17" creationId="{43F5E015-E085-4624-B431-B42414448684}"/>
          </ac:grpSpMkLst>
        </pc:grpChg>
        <pc:graphicFrameChg chg="add del">
          <ac:chgData name="Brigham Taft Essien" userId="fb3b8df99163c74f" providerId="Windows Live" clId="Web-{E5C4BA2E-6C76-43ED-8A32-74EF5B89791F}" dt="2024-03-08T15:32:05.668" v="6"/>
          <ac:graphicFrameMkLst>
            <pc:docMk/>
            <pc:sldMk cId="2892550571" sldId="257"/>
            <ac:graphicFrameMk id="5" creationId="{37465B67-5378-F860-5355-FA989664B788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2:12.559" v="8"/>
          <ac:graphicFrameMkLst>
            <pc:docMk/>
            <pc:sldMk cId="2892550571" sldId="257"/>
            <ac:graphicFrameMk id="26" creationId="{D996B4A3-9682-5E14-2675-92E5CDCB6742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2:15.763" v="10"/>
          <ac:graphicFrameMkLst>
            <pc:docMk/>
            <pc:sldMk cId="2892550571" sldId="257"/>
            <ac:graphicFrameMk id="28" creationId="{F2B47F10-FDC2-E1C2-0E3E-6C4636DEC776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2:24.279" v="12"/>
          <ac:graphicFrameMkLst>
            <pc:docMk/>
            <pc:sldMk cId="2892550571" sldId="257"/>
            <ac:graphicFrameMk id="30" creationId="{9EC92138-2844-6BCC-BDD4-4439FCF9DBDD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2:28.154" v="14"/>
          <ac:graphicFrameMkLst>
            <pc:docMk/>
            <pc:sldMk cId="2892550571" sldId="257"/>
            <ac:graphicFrameMk id="32" creationId="{4D3B5D1F-7C9E-BCC6-3DC0-3150C67E1808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2:32.576" v="16"/>
          <ac:graphicFrameMkLst>
            <pc:docMk/>
            <pc:sldMk cId="2892550571" sldId="257"/>
            <ac:graphicFrameMk id="34" creationId="{F2B47F10-FDC2-E1C2-0E3E-6C4636DEC776}"/>
          </ac:graphicFrameMkLst>
        </pc:graphicFrameChg>
        <pc:graphicFrameChg chg="add mod modGraphic">
          <ac:chgData name="Brigham Taft Essien" userId="fb3b8df99163c74f" providerId="Windows Live" clId="Web-{E5C4BA2E-6C76-43ED-8A32-74EF5B89791F}" dt="2024-03-08T15:50:33.105" v="132" actId="20577"/>
          <ac:graphicFrameMkLst>
            <pc:docMk/>
            <pc:sldMk cId="2892550571" sldId="257"/>
            <ac:graphicFrameMk id="36" creationId="{9EC92138-2844-6BCC-BDD4-4439FCF9DBDD}"/>
          </ac:graphicFrameMkLst>
        </pc:graphicFrameChg>
        <pc:picChg chg="add mod">
          <ac:chgData name="Brigham Taft Essien" userId="fb3b8df99163c74f" providerId="Windows Live" clId="Web-{E5C4BA2E-6C76-43ED-8A32-74EF5B89791F}" dt="2024-03-08T15:43:42.947" v="59" actId="14100"/>
          <ac:picMkLst>
            <pc:docMk/>
            <pc:sldMk cId="2892550571" sldId="257"/>
            <ac:picMk id="89" creationId="{7E9FD124-B839-1A86-C7F8-85B0E1CE471D}"/>
          </ac:picMkLst>
        </pc:picChg>
      </pc:sldChg>
      <pc:sldChg chg="addSp delSp modSp mod setBg">
        <pc:chgData name="Brigham Taft Essien" userId="fb3b8df99163c74f" providerId="Windows Live" clId="Web-{E5C4BA2E-6C76-43ED-8A32-74EF5B89791F}" dt="2024-03-08T15:44:30.277" v="66" actId="14100"/>
        <pc:sldMkLst>
          <pc:docMk/>
          <pc:sldMk cId="900053028" sldId="258"/>
        </pc:sldMkLst>
        <pc:spChg chg="mod">
          <ac:chgData name="Brigham Taft Essien" userId="fb3b8df99163c74f" providerId="Windows Live" clId="Web-{E5C4BA2E-6C76-43ED-8A32-74EF5B89791F}" dt="2024-03-08T15:34:14.236" v="28"/>
          <ac:spMkLst>
            <pc:docMk/>
            <pc:sldMk cId="900053028" sldId="258"/>
            <ac:spMk id="2" creationId="{3B031901-537F-6A71-2D41-E9E69F8EF4FB}"/>
          </ac:spMkLst>
        </pc:spChg>
        <pc:spChg chg="add del">
          <ac:chgData name="Brigham Taft Essien" userId="fb3b8df99163c74f" providerId="Windows Live" clId="Web-{E5C4BA2E-6C76-43ED-8A32-74EF5B89791F}" dt="2024-03-08T15:34:14.236" v="28"/>
          <ac:spMkLst>
            <pc:docMk/>
            <pc:sldMk cId="900053028" sldId="258"/>
            <ac:spMk id="3" creationId="{46E010E0-588C-4F68-0334-20BCEF3F595E}"/>
          </ac:spMkLst>
        </pc:spChg>
        <pc:spChg chg="add del">
          <ac:chgData name="Brigham Taft Essien" userId="fb3b8df99163c74f" providerId="Windows Live" clId="Web-{E5C4BA2E-6C76-43ED-8A32-74EF5B89791F}" dt="2024-03-08T15:33:26.828" v="19"/>
          <ac:spMkLst>
            <pc:docMk/>
            <pc:sldMk cId="900053028" sldId="258"/>
            <ac:spMk id="9" creationId="{BACC6370-2D7E-4714-9D71-7542949D7D5D}"/>
          </ac:spMkLst>
        </pc:spChg>
        <pc:spChg chg="add del">
          <ac:chgData name="Brigham Taft Essien" userId="fb3b8df99163c74f" providerId="Windows Live" clId="Web-{E5C4BA2E-6C76-43ED-8A32-74EF5B89791F}" dt="2024-03-08T15:34:03.783" v="23"/>
          <ac:spMkLst>
            <pc:docMk/>
            <pc:sldMk cId="900053028" sldId="258"/>
            <ac:spMk id="10" creationId="{B50AB553-2A96-4A92-96F2-93548E096954}"/>
          </ac:spMkLst>
        </pc:spChg>
        <pc:spChg chg="add del">
          <ac:chgData name="Brigham Taft Essien" userId="fb3b8df99163c74f" providerId="Windows Live" clId="Web-{E5C4BA2E-6C76-43ED-8A32-74EF5B89791F}" dt="2024-03-08T15:33:26.828" v="19"/>
          <ac:spMkLst>
            <pc:docMk/>
            <pc:sldMk cId="900053028" sldId="258"/>
            <ac:spMk id="11" creationId="{F68B3F68-107C-434F-AA38-110D5EA91B85}"/>
          </ac:spMkLst>
        </pc:spChg>
        <pc:spChg chg="add del">
          <ac:chgData name="Brigham Taft Essien" userId="fb3b8df99163c74f" providerId="Windows Live" clId="Web-{E5C4BA2E-6C76-43ED-8A32-74EF5B89791F}" dt="2024-03-08T15:33:26.828" v="19"/>
          <ac:spMkLst>
            <pc:docMk/>
            <pc:sldMk cId="900053028" sldId="258"/>
            <ac:spMk id="13" creationId="{AAD0DBB9-1A4B-4391-81D4-CB19F9AB918A}"/>
          </ac:spMkLst>
        </pc:spChg>
        <pc:spChg chg="add del">
          <ac:chgData name="Brigham Taft Essien" userId="fb3b8df99163c74f" providerId="Windows Live" clId="Web-{E5C4BA2E-6C76-43ED-8A32-74EF5B89791F}" dt="2024-03-08T15:33:26.828" v="19"/>
          <ac:spMkLst>
            <pc:docMk/>
            <pc:sldMk cId="900053028" sldId="258"/>
            <ac:spMk id="15" creationId="{063BBA22-50EA-4C4D-BE05-F1CE4E63AA56}"/>
          </ac:spMkLst>
        </pc:spChg>
        <pc:spChg chg="add del">
          <ac:chgData name="Brigham Taft Essien" userId="fb3b8df99163c74f" providerId="Windows Live" clId="Web-{E5C4BA2E-6C76-43ED-8A32-74EF5B89791F}" dt="2024-03-08T15:33:51.501" v="21"/>
          <ac:spMkLst>
            <pc:docMk/>
            <pc:sldMk cId="900053028" sldId="258"/>
            <ac:spMk id="17" creationId="{53B021B3-DE93-4AB7-8A18-CF5F1CED88B8}"/>
          </ac:spMkLst>
        </pc:spChg>
        <pc:spChg chg="add del">
          <ac:chgData name="Brigham Taft Essien" userId="fb3b8df99163c74f" providerId="Windows Live" clId="Web-{E5C4BA2E-6C76-43ED-8A32-74EF5B89791F}" dt="2024-03-08T15:33:51.501" v="21"/>
          <ac:spMkLst>
            <pc:docMk/>
            <pc:sldMk cId="900053028" sldId="258"/>
            <ac:spMk id="18" creationId="{52D502E5-F6B4-4D58-B4AE-FC466FF15EE8}"/>
          </ac:spMkLst>
        </pc:spChg>
        <pc:spChg chg="add del">
          <ac:chgData name="Brigham Taft Essien" userId="fb3b8df99163c74f" providerId="Windows Live" clId="Web-{E5C4BA2E-6C76-43ED-8A32-74EF5B89791F}" dt="2024-03-08T15:33:51.501" v="21"/>
          <ac:spMkLst>
            <pc:docMk/>
            <pc:sldMk cId="900053028" sldId="258"/>
            <ac:spMk id="19" creationId="{9DECDBF4-02B6-4BB4-B65B-B8107AD6A9E8}"/>
          </ac:spMkLst>
        </pc:spChg>
        <pc:spChg chg="add">
          <ac:chgData name="Brigham Taft Essien" userId="fb3b8df99163c74f" providerId="Windows Live" clId="Web-{E5C4BA2E-6C76-43ED-8A32-74EF5B89791F}" dt="2024-03-08T15:34:14.236" v="28"/>
          <ac:spMkLst>
            <pc:docMk/>
            <pc:sldMk cId="900053028" sldId="258"/>
            <ac:spMk id="28" creationId="{53B021B3-DE93-4AB7-8A18-CF5F1CED88B8}"/>
          </ac:spMkLst>
        </pc:spChg>
        <pc:spChg chg="add">
          <ac:chgData name="Brigham Taft Essien" userId="fb3b8df99163c74f" providerId="Windows Live" clId="Web-{E5C4BA2E-6C76-43ED-8A32-74EF5B89791F}" dt="2024-03-08T15:34:14.236" v="28"/>
          <ac:spMkLst>
            <pc:docMk/>
            <pc:sldMk cId="900053028" sldId="258"/>
            <ac:spMk id="29" creationId="{52D502E5-F6B4-4D58-B4AE-FC466FF15EE8}"/>
          </ac:spMkLst>
        </pc:spChg>
        <pc:spChg chg="add">
          <ac:chgData name="Brigham Taft Essien" userId="fb3b8df99163c74f" providerId="Windows Live" clId="Web-{E5C4BA2E-6C76-43ED-8A32-74EF5B89791F}" dt="2024-03-08T15:34:14.236" v="28"/>
          <ac:spMkLst>
            <pc:docMk/>
            <pc:sldMk cId="900053028" sldId="258"/>
            <ac:spMk id="30" creationId="{9DECDBF4-02B6-4BB4-B65B-B8107AD6A9E8}"/>
          </ac:spMkLst>
        </pc:spChg>
        <pc:graphicFrameChg chg="add del">
          <ac:chgData name="Brigham Taft Essien" userId="fb3b8df99163c74f" providerId="Windows Live" clId="Web-{E5C4BA2E-6C76-43ED-8A32-74EF5B89791F}" dt="2024-03-08T15:33:26.828" v="19"/>
          <ac:graphicFrameMkLst>
            <pc:docMk/>
            <pc:sldMk cId="900053028" sldId="258"/>
            <ac:graphicFrameMk id="5" creationId="{1D768AB3-22C1-1469-31D4-0E8537148D12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3:51.501" v="21"/>
          <ac:graphicFrameMkLst>
            <pc:docMk/>
            <pc:sldMk cId="900053028" sldId="258"/>
            <ac:graphicFrameMk id="20" creationId="{AE8DAE0B-B473-ADCC-66ED-A6E633B8C521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4:03.783" v="23"/>
          <ac:graphicFrameMkLst>
            <pc:docMk/>
            <pc:sldMk cId="900053028" sldId="258"/>
            <ac:graphicFrameMk id="22" creationId="{44D164F0-5EC5-BA14-9610-C73E3B8EA556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4:07.767" v="25"/>
          <ac:graphicFrameMkLst>
            <pc:docMk/>
            <pc:sldMk cId="900053028" sldId="258"/>
            <ac:graphicFrameMk id="24" creationId="{D68C0228-6DA7-4C2B-4BE7-623D47EEA927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4:14.205" v="27"/>
          <ac:graphicFrameMkLst>
            <pc:docMk/>
            <pc:sldMk cId="900053028" sldId="258"/>
            <ac:graphicFrameMk id="26" creationId="{B9584B61-9F8B-40AA-92E1-E2EDDF5EB36D}"/>
          </ac:graphicFrameMkLst>
        </pc:graphicFrameChg>
        <pc:graphicFrameChg chg="add">
          <ac:chgData name="Brigham Taft Essien" userId="fb3b8df99163c74f" providerId="Windows Live" clId="Web-{E5C4BA2E-6C76-43ED-8A32-74EF5B89791F}" dt="2024-03-08T15:34:14.236" v="28"/>
          <ac:graphicFrameMkLst>
            <pc:docMk/>
            <pc:sldMk cId="900053028" sldId="258"/>
            <ac:graphicFrameMk id="31" creationId="{AE8DAE0B-B473-ADCC-66ED-A6E633B8C521}"/>
          </ac:graphicFrameMkLst>
        </pc:graphicFrameChg>
        <pc:picChg chg="add del">
          <ac:chgData name="Brigham Taft Essien" userId="fb3b8df99163c74f" providerId="Windows Live" clId="Web-{E5C4BA2E-6C76-43ED-8A32-74EF5B89791F}" dt="2024-03-08T15:34:03.783" v="23"/>
          <ac:picMkLst>
            <pc:docMk/>
            <pc:sldMk cId="900053028" sldId="258"/>
            <ac:picMk id="6" creationId="{6F64E22B-3C93-6E4C-EF69-4345E47079BE}"/>
          </ac:picMkLst>
        </pc:picChg>
        <pc:picChg chg="add mod">
          <ac:chgData name="Brigham Taft Essien" userId="fb3b8df99163c74f" providerId="Windows Live" clId="Web-{E5C4BA2E-6C76-43ED-8A32-74EF5B89791F}" dt="2024-03-08T15:44:30.277" v="66" actId="14100"/>
          <ac:picMkLst>
            <pc:docMk/>
            <pc:sldMk cId="900053028" sldId="258"/>
            <ac:picMk id="62" creationId="{5236AF8A-2866-AC70-03E9-63ADB11E189C}"/>
          </ac:picMkLst>
        </pc:picChg>
      </pc:sldChg>
      <pc:sldChg chg="addSp delSp modSp mod setBg setClrOvrMap">
        <pc:chgData name="Brigham Taft Essien" userId="fb3b8df99163c74f" providerId="Windows Live" clId="Web-{E5C4BA2E-6C76-43ED-8A32-74EF5B89791F}" dt="2024-03-08T15:45:05.466" v="72" actId="1076"/>
        <pc:sldMkLst>
          <pc:docMk/>
          <pc:sldMk cId="1181815557" sldId="259"/>
        </pc:sldMkLst>
        <pc:spChg chg="mod">
          <ac:chgData name="Brigham Taft Essien" userId="fb3b8df99163c74f" providerId="Windows Live" clId="Web-{E5C4BA2E-6C76-43ED-8A32-74EF5B89791F}" dt="2024-03-08T15:38:37.169" v="37"/>
          <ac:spMkLst>
            <pc:docMk/>
            <pc:sldMk cId="1181815557" sldId="259"/>
            <ac:spMk id="2" creationId="{AE464327-37B0-9094-7FEA-A95E1F416A10}"/>
          </ac:spMkLst>
        </pc:spChg>
        <pc:spChg chg="add del mod">
          <ac:chgData name="Brigham Taft Essien" userId="fb3b8df99163c74f" providerId="Windows Live" clId="Web-{E5C4BA2E-6C76-43ED-8A32-74EF5B89791F}" dt="2024-03-08T15:38:37.169" v="37"/>
          <ac:spMkLst>
            <pc:docMk/>
            <pc:sldMk cId="1181815557" sldId="259"/>
            <ac:spMk id="3" creationId="{B4EB56B5-0E02-E231-70C4-E028E32E1C42}"/>
          </ac:spMkLst>
        </pc:spChg>
        <pc:spChg chg="add">
          <ac:chgData name="Brigham Taft Essien" userId="fb3b8df99163c74f" providerId="Windows Live" clId="Web-{E5C4BA2E-6C76-43ED-8A32-74EF5B89791F}" dt="2024-03-08T15:38:37.169" v="37"/>
          <ac:spMkLst>
            <pc:docMk/>
            <pc:sldMk cId="1181815557" sldId="259"/>
            <ac:spMk id="6" creationId="{C5E6CFF1-2F42-4E10-9A97-F116F46F53FE}"/>
          </ac:spMkLst>
        </pc:spChg>
        <pc:spChg chg="add del">
          <ac:chgData name="Brigham Taft Essien" userId="fb3b8df99163c74f" providerId="Windows Live" clId="Web-{E5C4BA2E-6C76-43ED-8A32-74EF5B89791F}" dt="2024-03-08T15:34:50.066" v="30"/>
          <ac:spMkLst>
            <pc:docMk/>
            <pc:sldMk cId="1181815557" sldId="259"/>
            <ac:spMk id="9" creationId="{C5E6CFF1-2F42-4E10-9A97-F116F46F53FE}"/>
          </ac:spMkLst>
        </pc:spChg>
        <pc:spChg chg="add del">
          <ac:chgData name="Brigham Taft Essien" userId="fb3b8df99163c74f" providerId="Windows Live" clId="Web-{E5C4BA2E-6C76-43ED-8A32-74EF5B89791F}" dt="2024-03-08T15:34:59.894" v="32"/>
          <ac:spMkLst>
            <pc:docMk/>
            <pc:sldMk cId="1181815557" sldId="259"/>
            <ac:spMk id="13" creationId="{C29A2522-B27A-45C5-897B-79A1407D159A}"/>
          </ac:spMkLst>
        </pc:spChg>
        <pc:spChg chg="add del">
          <ac:chgData name="Brigham Taft Essien" userId="fb3b8df99163c74f" providerId="Windows Live" clId="Web-{E5C4BA2E-6C76-43ED-8A32-74EF5B89791F}" dt="2024-03-08T15:34:59.894" v="32"/>
          <ac:spMkLst>
            <pc:docMk/>
            <pc:sldMk cId="1181815557" sldId="259"/>
            <ac:spMk id="14" creationId="{50E4C519-FBE9-4ABE-A8F9-C2CBE326932F}"/>
          </ac:spMkLst>
        </pc:spChg>
        <pc:spChg chg="add del">
          <ac:chgData name="Brigham Taft Essien" userId="fb3b8df99163c74f" providerId="Windows Live" clId="Web-{E5C4BA2E-6C76-43ED-8A32-74EF5B89791F}" dt="2024-03-08T15:34:59.894" v="32"/>
          <ac:spMkLst>
            <pc:docMk/>
            <pc:sldMk cId="1181815557" sldId="259"/>
            <ac:spMk id="15" creationId="{98E79BE4-34FE-485A-98A5-92CE8F7C4743}"/>
          </ac:spMkLst>
        </pc:spChg>
        <pc:spChg chg="add del">
          <ac:chgData name="Brigham Taft Essien" userId="fb3b8df99163c74f" providerId="Windows Live" clId="Web-{E5C4BA2E-6C76-43ED-8A32-74EF5B89791F}" dt="2024-03-08T15:34:59.894" v="32"/>
          <ac:spMkLst>
            <pc:docMk/>
            <pc:sldMk cId="1181815557" sldId="259"/>
            <ac:spMk id="17" creationId="{7A5F0580-5EE9-419F-96EE-B6529EF6E7D0}"/>
          </ac:spMkLst>
        </pc:spChg>
        <pc:spChg chg="add del">
          <ac:chgData name="Brigham Taft Essien" userId="fb3b8df99163c74f" providerId="Windows Live" clId="Web-{E5C4BA2E-6C76-43ED-8A32-74EF5B89791F}" dt="2024-03-08T15:34:59.894" v="32"/>
          <ac:spMkLst>
            <pc:docMk/>
            <pc:sldMk cId="1181815557" sldId="259"/>
            <ac:spMk id="18" creationId="{80EC29FB-299E-49F3-8C7B-01199632A30F}"/>
          </ac:spMkLst>
        </pc:spChg>
        <pc:graphicFrameChg chg="add del">
          <ac:chgData name="Brigham Taft Essien" userId="fb3b8df99163c74f" providerId="Windows Live" clId="Web-{E5C4BA2E-6C76-43ED-8A32-74EF5B89791F}" dt="2024-03-08T15:35:22.020" v="34"/>
          <ac:graphicFrameMkLst>
            <pc:docMk/>
            <pc:sldMk cId="1181815557" sldId="259"/>
            <ac:graphicFrameMk id="20" creationId="{C055074F-5BB1-90F6-72BC-B0D88162BE97}"/>
          </ac:graphicFrameMkLst>
        </pc:graphicFrameChg>
        <pc:graphicFrameChg chg="add del">
          <ac:chgData name="Brigham Taft Essien" userId="fb3b8df99163c74f" providerId="Windows Live" clId="Web-{E5C4BA2E-6C76-43ED-8A32-74EF5B89791F}" dt="2024-03-08T15:38:01.855" v="36"/>
          <ac:graphicFrameMkLst>
            <pc:docMk/>
            <pc:sldMk cId="1181815557" sldId="259"/>
            <ac:graphicFrameMk id="22" creationId="{89A75313-FEBE-6446-F29B-6528841ADA28}"/>
          </ac:graphicFrameMkLst>
        </pc:graphicFrameChg>
        <pc:picChg chg="add del">
          <ac:chgData name="Brigham Taft Essien" userId="fb3b8df99163c74f" providerId="Windows Live" clId="Web-{E5C4BA2E-6C76-43ED-8A32-74EF5B89791F}" dt="2024-03-08T15:34:50.066" v="30"/>
          <ac:picMkLst>
            <pc:docMk/>
            <pc:sldMk cId="1181815557" sldId="259"/>
            <ac:picMk id="5" creationId="{AB4D8DAD-3B12-A474-940F-F746927AEF15}"/>
          </ac:picMkLst>
        </pc:picChg>
        <pc:picChg chg="add">
          <ac:chgData name="Brigham Taft Essien" userId="fb3b8df99163c74f" providerId="Windows Live" clId="Web-{E5C4BA2E-6C76-43ED-8A32-74EF5B89791F}" dt="2024-03-08T15:38:37.169" v="37"/>
          <ac:picMkLst>
            <pc:docMk/>
            <pc:sldMk cId="1181815557" sldId="259"/>
            <ac:picMk id="7" creationId="{1C0823DC-E1F5-B233-4665-6048617DC15F}"/>
          </ac:picMkLst>
        </pc:picChg>
        <pc:picChg chg="add del">
          <ac:chgData name="Brigham Taft Essien" userId="fb3b8df99163c74f" providerId="Windows Live" clId="Web-{E5C4BA2E-6C76-43ED-8A32-74EF5B89791F}" dt="2024-03-08T15:34:59.894" v="32"/>
          <ac:picMkLst>
            <pc:docMk/>
            <pc:sldMk cId="1181815557" sldId="259"/>
            <ac:picMk id="16" creationId="{D72725E3-A741-3E97-049D-F225D2BDDD25}"/>
          </ac:picMkLst>
        </pc:picChg>
        <pc:picChg chg="add mod">
          <ac:chgData name="Brigham Taft Essien" userId="fb3b8df99163c74f" providerId="Windows Live" clId="Web-{E5C4BA2E-6C76-43ED-8A32-74EF5B89791F}" dt="2024-03-08T15:45:05.466" v="72" actId="1076"/>
          <ac:picMkLst>
            <pc:docMk/>
            <pc:sldMk cId="1181815557" sldId="259"/>
            <ac:picMk id="30" creationId="{5C3689E5-28D6-F638-6327-5364A15CA652}"/>
          </ac:picMkLst>
        </pc:picChg>
        <pc:cxnChg chg="add">
          <ac:chgData name="Brigham Taft Essien" userId="fb3b8df99163c74f" providerId="Windows Live" clId="Web-{E5C4BA2E-6C76-43ED-8A32-74EF5B89791F}" dt="2024-03-08T15:38:37.169" v="37"/>
          <ac:cxnSpMkLst>
            <pc:docMk/>
            <pc:sldMk cId="1181815557" sldId="259"/>
            <ac:cxnSpMk id="8" creationId="{96A8629B-8289-498B-939B-1CA0C106182C}"/>
          </ac:cxnSpMkLst>
        </pc:cxnChg>
        <pc:cxnChg chg="add del">
          <ac:chgData name="Brigham Taft Essien" userId="fb3b8df99163c74f" providerId="Windows Live" clId="Web-{E5C4BA2E-6C76-43ED-8A32-74EF5B89791F}" dt="2024-03-08T15:34:50.066" v="30"/>
          <ac:cxnSpMkLst>
            <pc:docMk/>
            <pc:sldMk cId="1181815557" sldId="259"/>
            <ac:cxnSpMk id="11" creationId="{96A8629B-8289-498B-939B-1CA0C106182C}"/>
          </ac:cxnSpMkLst>
        </pc:cxnChg>
      </pc:sldChg>
      <pc:sldChg chg="addSp delSp modSp mod setBg">
        <pc:chgData name="Brigham Taft Essien" userId="fb3b8df99163c74f" providerId="Windows Live" clId="Web-{E5C4BA2E-6C76-43ED-8A32-74EF5B89791F}" dt="2024-03-08T15:46:12.360" v="78" actId="1076"/>
        <pc:sldMkLst>
          <pc:docMk/>
          <pc:sldMk cId="1892088365" sldId="260"/>
        </pc:sldMkLst>
        <pc:spChg chg="mod">
          <ac:chgData name="Brigham Taft Essien" userId="fb3b8df99163c74f" providerId="Windows Live" clId="Web-{E5C4BA2E-6C76-43ED-8A32-74EF5B89791F}" dt="2024-03-08T15:45:40.421" v="73"/>
          <ac:spMkLst>
            <pc:docMk/>
            <pc:sldMk cId="1892088365" sldId="260"/>
            <ac:spMk id="2" creationId="{5F0E61ED-CF0C-479A-08E0-A3F13081739D}"/>
          </ac:spMkLst>
        </pc:spChg>
        <pc:spChg chg="mod ord">
          <ac:chgData name="Brigham Taft Essien" userId="fb3b8df99163c74f" providerId="Windows Live" clId="Web-{E5C4BA2E-6C76-43ED-8A32-74EF5B89791F}" dt="2024-03-08T15:45:40.421" v="73"/>
          <ac:spMkLst>
            <pc:docMk/>
            <pc:sldMk cId="1892088365" sldId="260"/>
            <ac:spMk id="3" creationId="{5B09B94E-F209-9317-B1D1-E9BE61015201}"/>
          </ac:spMkLst>
        </pc:spChg>
        <pc:spChg chg="add del">
          <ac:chgData name="Brigham Taft Essien" userId="fb3b8df99163c74f" providerId="Windows Live" clId="Web-{E5C4BA2E-6C76-43ED-8A32-74EF5B89791F}" dt="2024-03-08T15:39:25.593" v="41"/>
          <ac:spMkLst>
            <pc:docMk/>
            <pc:sldMk cId="1892088365" sldId="260"/>
            <ac:spMk id="11" creationId="{A344AAA5-41F4-4862-97EF-688D31DC7567}"/>
          </ac:spMkLst>
        </pc:spChg>
        <pc:spChg chg="add del">
          <ac:chgData name="Brigham Taft Essien" userId="fb3b8df99163c74f" providerId="Windows Live" clId="Web-{E5C4BA2E-6C76-43ED-8A32-74EF5B89791F}" dt="2024-03-08T15:39:25.593" v="41"/>
          <ac:spMkLst>
            <pc:docMk/>
            <pc:sldMk cId="1892088365" sldId="260"/>
            <ac:spMk id="12" creationId="{4D1248EE-67D1-4BDE-AB0E-01D7CD8DD7ED}"/>
          </ac:spMkLst>
        </pc:spChg>
        <pc:spChg chg="add del">
          <ac:chgData name="Brigham Taft Essien" userId="fb3b8df99163c74f" providerId="Windows Live" clId="Web-{E5C4BA2E-6C76-43ED-8A32-74EF5B89791F}" dt="2024-03-08T15:39:25.593" v="41"/>
          <ac:spMkLst>
            <pc:docMk/>
            <pc:sldMk cId="1892088365" sldId="260"/>
            <ac:spMk id="13" creationId="{69E1A62C-2AAF-4B3E-8CDB-65E237080997}"/>
          </ac:spMkLst>
        </pc:spChg>
        <pc:spChg chg="add">
          <ac:chgData name="Brigham Taft Essien" userId="fb3b8df99163c74f" providerId="Windows Live" clId="Web-{E5C4BA2E-6C76-43ED-8A32-74EF5B89791F}" dt="2024-03-08T15:45:40.421" v="73"/>
          <ac:spMkLst>
            <pc:docMk/>
            <pc:sldMk cId="1892088365" sldId="260"/>
            <ac:spMk id="22" creationId="{79BB35BC-D5C2-4C8B-A22A-A71E6191913B}"/>
          </ac:spMkLst>
        </pc:spChg>
        <pc:picChg chg="add mod">
          <ac:chgData name="Brigham Taft Essien" userId="fb3b8df99163c74f" providerId="Windows Live" clId="Web-{E5C4BA2E-6C76-43ED-8A32-74EF5B89791F}" dt="2024-03-08T15:46:12.360" v="78" actId="1076"/>
          <ac:picMkLst>
            <pc:docMk/>
            <pc:sldMk cId="1892088365" sldId="260"/>
            <ac:picMk id="4" creationId="{2B93D7C2-D24E-601F-4670-40F91742AA6F}"/>
          </ac:picMkLst>
        </pc:picChg>
        <pc:picChg chg="add del">
          <ac:chgData name="Brigham Taft Essien" userId="fb3b8df99163c74f" providerId="Windows Live" clId="Web-{E5C4BA2E-6C76-43ED-8A32-74EF5B89791F}" dt="2024-03-08T15:39:19.671" v="39"/>
          <ac:picMkLst>
            <pc:docMk/>
            <pc:sldMk cId="1892088365" sldId="260"/>
            <ac:picMk id="5" creationId="{82623778-F689-B277-B4A5-2F85A34D0DE3}"/>
          </ac:picMkLst>
        </pc:picChg>
        <pc:picChg chg="add del">
          <ac:chgData name="Brigham Taft Essien" userId="fb3b8df99163c74f" providerId="Windows Live" clId="Web-{E5C4BA2E-6C76-43ED-8A32-74EF5B89791F}" dt="2024-03-08T15:39:25.593" v="41"/>
          <ac:picMkLst>
            <pc:docMk/>
            <pc:sldMk cId="1892088365" sldId="260"/>
            <ac:picMk id="14" creationId="{661F5A4C-ACA6-086D-0CF3-FF2E5B122071}"/>
          </ac:picMkLst>
        </pc:picChg>
        <pc:picChg chg="add mod">
          <ac:chgData name="Brigham Taft Essien" userId="fb3b8df99163c74f" providerId="Windows Live" clId="Web-{E5C4BA2E-6C76-43ED-8A32-74EF5B89791F}" dt="2024-03-08T15:45:40.421" v="73"/>
          <ac:picMkLst>
            <pc:docMk/>
            <pc:sldMk cId="1892088365" sldId="260"/>
            <ac:picMk id="17" creationId="{82623778-F689-B277-B4A5-2F85A34D0DE3}"/>
          </ac:picMkLst>
        </pc:picChg>
        <pc:cxnChg chg="add del">
          <ac:chgData name="Brigham Taft Essien" userId="fb3b8df99163c74f" providerId="Windows Live" clId="Web-{E5C4BA2E-6C76-43ED-8A32-74EF5B89791F}" dt="2024-03-08T15:39:19.671" v="39"/>
          <ac:cxnSpMkLst>
            <pc:docMk/>
            <pc:sldMk cId="1892088365" sldId="260"/>
            <ac:cxnSpMk id="9" creationId="{1503BFE4-729B-D9D0-C17B-501E6AF1127A}"/>
          </ac:cxnSpMkLst>
        </pc:cxnChg>
        <pc:cxnChg chg="add del">
          <ac:chgData name="Brigham Taft Essien" userId="fb3b8df99163c74f" providerId="Windows Live" clId="Web-{E5C4BA2E-6C76-43ED-8A32-74EF5B89791F}" dt="2024-03-08T15:45:40.421" v="73"/>
          <ac:cxnSpMkLst>
            <pc:docMk/>
            <pc:sldMk cId="1892088365" sldId="260"/>
            <ac:cxnSpMk id="16" creationId="{1503BFE4-729B-D9D0-C17B-501E6AF1127A}"/>
          </ac:cxnSpMkLst>
        </pc:cxnChg>
      </pc:sldChg>
      <pc:sldChg chg="addSp delSp modSp new mod ord setBg">
        <pc:chgData name="Brigham Taft Essien" userId="fb3b8df99163c74f" providerId="Windows Live" clId="Web-{E5C4BA2E-6C76-43ED-8A32-74EF5B89791F}" dt="2024-03-08T15:49:10.539" v="127"/>
        <pc:sldMkLst>
          <pc:docMk/>
          <pc:sldMk cId="1954635500" sldId="261"/>
        </pc:sldMkLst>
        <pc:spChg chg="add del">
          <ac:chgData name="Brigham Taft Essien" userId="fb3b8df99163c74f" providerId="Windows Live" clId="Web-{E5C4BA2E-6C76-43ED-8A32-74EF5B89791F}" dt="2024-03-08T15:49:10.523" v="126"/>
          <ac:spMkLst>
            <pc:docMk/>
            <pc:sldMk cId="1954635500" sldId="261"/>
            <ac:spMk id="7" creationId="{32BC26D8-82FB-445E-AA49-62A77D7C1EE0}"/>
          </ac:spMkLst>
        </pc:spChg>
        <pc:spChg chg="add del">
          <ac:chgData name="Brigham Taft Essien" userId="fb3b8df99163c74f" providerId="Windows Live" clId="Web-{E5C4BA2E-6C76-43ED-8A32-74EF5B89791F}" dt="2024-03-08T15:49:10.523" v="126"/>
          <ac:spMkLst>
            <pc:docMk/>
            <pc:sldMk cId="1954635500" sldId="261"/>
            <ac:spMk id="9" creationId="{CB44330D-EA18-4254-AA95-EB49948539B8}"/>
          </ac:spMkLst>
        </pc:spChg>
        <pc:spChg chg="add">
          <ac:chgData name="Brigham Taft Essien" userId="fb3b8df99163c74f" providerId="Windows Live" clId="Web-{E5C4BA2E-6C76-43ED-8A32-74EF5B89791F}" dt="2024-03-08T15:49:10.539" v="127"/>
          <ac:spMkLst>
            <pc:docMk/>
            <pc:sldMk cId="1954635500" sldId="261"/>
            <ac:spMk id="11" creationId="{42A4FC2C-047E-45A5-965D-8E1E3BF09BC6}"/>
          </ac:spMkLst>
        </pc:spChg>
        <pc:picChg chg="add mod">
          <ac:chgData name="Brigham Taft Essien" userId="fb3b8df99163c74f" providerId="Windows Live" clId="Web-{E5C4BA2E-6C76-43ED-8A32-74EF5B89791F}" dt="2024-03-08T15:49:10.539" v="127"/>
          <ac:picMkLst>
            <pc:docMk/>
            <pc:sldMk cId="1954635500" sldId="261"/>
            <ac:picMk id="2" creationId="{4742490C-4055-6AB4-CEE8-E2FA2C514F50}"/>
          </ac:picMkLst>
        </pc:picChg>
      </pc:sldChg>
      <pc:sldChg chg="addSp delSp modSp del mod setBg">
        <pc:chgData name="Brigham Taft Essien" userId="fb3b8df99163c74f" providerId="Windows Live" clId="Web-{E5C4BA2E-6C76-43ED-8A32-74EF5B89791F}" dt="2024-03-08T15:40:22.252" v="44"/>
        <pc:sldMkLst>
          <pc:docMk/>
          <pc:sldMk cId="3812297380" sldId="261"/>
        </pc:sldMkLst>
        <pc:spChg chg="mod">
          <ac:chgData name="Brigham Taft Essien" userId="fb3b8df99163c74f" providerId="Windows Live" clId="Web-{E5C4BA2E-6C76-43ED-8A32-74EF5B89791F}" dt="2024-03-08T15:40:02.813" v="43"/>
          <ac:spMkLst>
            <pc:docMk/>
            <pc:sldMk cId="3812297380" sldId="261"/>
            <ac:spMk id="2" creationId="{C649303C-D5E2-AC40-27F2-18D7DEF3BFA5}"/>
          </ac:spMkLst>
        </pc:spChg>
        <pc:spChg chg="del">
          <ac:chgData name="Brigham Taft Essien" userId="fb3b8df99163c74f" providerId="Windows Live" clId="Web-{E5C4BA2E-6C76-43ED-8A32-74EF5B89791F}" dt="2024-03-08T15:40:02.813" v="43"/>
          <ac:spMkLst>
            <pc:docMk/>
            <pc:sldMk cId="3812297380" sldId="261"/>
            <ac:spMk id="3" creationId="{EFF21264-ABD1-DA15-D3F4-13E2B4F8DAF1}"/>
          </ac:spMkLst>
        </pc:spChg>
        <pc:spChg chg="add">
          <ac:chgData name="Brigham Taft Essien" userId="fb3b8df99163c74f" providerId="Windows Live" clId="Web-{E5C4BA2E-6C76-43ED-8A32-74EF5B89791F}" dt="2024-03-08T15:40:02.813" v="43"/>
          <ac:spMkLst>
            <pc:docMk/>
            <pc:sldMk cId="3812297380" sldId="261"/>
            <ac:spMk id="9" creationId="{BACC6370-2D7E-4714-9D71-7542949D7D5D}"/>
          </ac:spMkLst>
        </pc:spChg>
        <pc:spChg chg="add">
          <ac:chgData name="Brigham Taft Essien" userId="fb3b8df99163c74f" providerId="Windows Live" clId="Web-{E5C4BA2E-6C76-43ED-8A32-74EF5B89791F}" dt="2024-03-08T15:40:02.813" v="43"/>
          <ac:spMkLst>
            <pc:docMk/>
            <pc:sldMk cId="3812297380" sldId="261"/>
            <ac:spMk id="11" creationId="{F68B3F68-107C-434F-AA38-110D5EA91B85}"/>
          </ac:spMkLst>
        </pc:spChg>
        <pc:spChg chg="add">
          <ac:chgData name="Brigham Taft Essien" userId="fb3b8df99163c74f" providerId="Windows Live" clId="Web-{E5C4BA2E-6C76-43ED-8A32-74EF5B89791F}" dt="2024-03-08T15:40:02.813" v="43"/>
          <ac:spMkLst>
            <pc:docMk/>
            <pc:sldMk cId="3812297380" sldId="261"/>
            <ac:spMk id="13" creationId="{AAD0DBB9-1A4B-4391-81D4-CB19F9AB918A}"/>
          </ac:spMkLst>
        </pc:spChg>
        <pc:spChg chg="add">
          <ac:chgData name="Brigham Taft Essien" userId="fb3b8df99163c74f" providerId="Windows Live" clId="Web-{E5C4BA2E-6C76-43ED-8A32-74EF5B89791F}" dt="2024-03-08T15:40:02.813" v="43"/>
          <ac:spMkLst>
            <pc:docMk/>
            <pc:sldMk cId="3812297380" sldId="261"/>
            <ac:spMk id="15" creationId="{063BBA22-50EA-4C4D-BE05-F1CE4E63AA56}"/>
          </ac:spMkLst>
        </pc:spChg>
        <pc:graphicFrameChg chg="add">
          <ac:chgData name="Brigham Taft Essien" userId="fb3b8df99163c74f" providerId="Windows Live" clId="Web-{E5C4BA2E-6C76-43ED-8A32-74EF5B89791F}" dt="2024-03-08T15:40:02.813" v="43"/>
          <ac:graphicFrameMkLst>
            <pc:docMk/>
            <pc:sldMk cId="3812297380" sldId="261"/>
            <ac:graphicFrameMk id="5" creationId="{D21D1790-3877-F6D3-147C-9872BD0E04BC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4FD7DB-13B6-4733-B2EA-1DED60DE897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58525D-6763-4AF9-BFF1-5EC614BE63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Mission: To bridge the gap between talent and remote job opportunities.</a:t>
          </a:r>
        </a:p>
      </dgm:t>
    </dgm:pt>
    <dgm:pt modelId="{EFE87BCF-E676-43A8-A951-D0FBBBA17714}" type="parTrans" cxnId="{6E6D3F57-023F-4F9B-98C2-0A3215FD2E00}">
      <dgm:prSet/>
      <dgm:spPr/>
      <dgm:t>
        <a:bodyPr/>
        <a:lstStyle/>
        <a:p>
          <a:endParaRPr lang="en-US"/>
        </a:p>
      </dgm:t>
    </dgm:pt>
    <dgm:pt modelId="{A8B7DB9B-D23D-4EC8-88D8-9FC41CCC2544}" type="sibTrans" cxnId="{6E6D3F57-023F-4F9B-98C2-0A3215FD2E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025634-3FC7-47BC-B016-E8D2C80C48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Why: We believe everyone deserves meaningful work, regardless of age or educational background.</a:t>
          </a:r>
        </a:p>
      </dgm:t>
    </dgm:pt>
    <dgm:pt modelId="{95BCFE9A-9C1E-43EB-AFC9-01732FD98470}" type="parTrans" cxnId="{AADEC771-A69E-441E-8141-62F4059353D5}">
      <dgm:prSet/>
      <dgm:spPr/>
      <dgm:t>
        <a:bodyPr/>
        <a:lstStyle/>
        <a:p>
          <a:endParaRPr lang="en-US"/>
        </a:p>
      </dgm:t>
    </dgm:pt>
    <dgm:pt modelId="{BC2B4ADF-1628-4E91-86F0-78AE6D3FB607}" type="sibTrans" cxnId="{AADEC771-A69E-441E-8141-62F4059353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94B1A9-9E2C-44D5-A7E9-02FBD347C9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Impact: By connecting individuals with online jobs, we empower financial stability and personal growth.</a:t>
          </a:r>
        </a:p>
      </dgm:t>
    </dgm:pt>
    <dgm:pt modelId="{24697AF4-BCA6-4F7F-82D3-16CCC9F70602}" type="parTrans" cxnId="{D435A381-5CAD-4AE2-891D-FCCF3DF1A082}">
      <dgm:prSet/>
      <dgm:spPr/>
      <dgm:t>
        <a:bodyPr/>
        <a:lstStyle/>
        <a:p>
          <a:endParaRPr lang="en-US"/>
        </a:p>
      </dgm:t>
    </dgm:pt>
    <dgm:pt modelId="{8450DDCA-8673-487E-BEAD-77ADDD706BEC}" type="sibTrans" cxnId="{D435A381-5CAD-4AE2-891D-FCCF3DF1A0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C550F9-D0B4-4EEB-AE96-860B63E6095E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Our Unique Approach: </a:t>
          </a:r>
          <a:r>
            <a:rPr lang="en-US" dirty="0">
              <a:latin typeface="Calibri Light" panose="020F0302020204030204"/>
            </a:rPr>
            <a:t>Remote path</a:t>
          </a:r>
          <a:r>
            <a:rPr lang="en-US" dirty="0"/>
            <a:t> to Success</a:t>
          </a:r>
          <a:r>
            <a:rPr lang="en-US" dirty="0">
              <a:latin typeface="Calibri Light" panose="020F0302020204030204"/>
            </a:rPr>
            <a:t>.</a:t>
          </a:r>
          <a:endParaRPr lang="en-US" dirty="0"/>
        </a:p>
      </dgm:t>
    </dgm:pt>
    <dgm:pt modelId="{09FDFA45-C9A2-4C60-80D4-8F0640336249}" type="parTrans" cxnId="{14149F94-2F5E-473C-8BB1-5CD56EA293D5}">
      <dgm:prSet/>
      <dgm:spPr/>
      <dgm:t>
        <a:bodyPr/>
        <a:lstStyle/>
        <a:p>
          <a:endParaRPr lang="en-US"/>
        </a:p>
      </dgm:t>
    </dgm:pt>
    <dgm:pt modelId="{646E2FC4-E6D9-428D-9B3F-A616CC3073DD}" type="sibTrans" cxnId="{14149F94-2F5E-473C-8BB1-5CD56EA293D5}">
      <dgm:prSet/>
      <dgm:spPr/>
      <dgm:t>
        <a:bodyPr/>
        <a:lstStyle/>
        <a:p>
          <a:endParaRPr lang="en-US"/>
        </a:p>
      </dgm:t>
    </dgm:pt>
    <dgm:pt modelId="{609F1B32-9F2B-42D4-BE5B-B95EADA8037F}" type="pres">
      <dgm:prSet presAssocID="{014FD7DB-13B6-4733-B2EA-1DED60DE8976}" presName="root" presStyleCnt="0">
        <dgm:presLayoutVars>
          <dgm:dir/>
          <dgm:resizeHandles val="exact"/>
        </dgm:presLayoutVars>
      </dgm:prSet>
      <dgm:spPr/>
    </dgm:pt>
    <dgm:pt modelId="{84944294-9E1F-4FD5-80B2-86B7EFE17BE3}" type="pres">
      <dgm:prSet presAssocID="{014FD7DB-13B6-4733-B2EA-1DED60DE8976}" presName="container" presStyleCnt="0">
        <dgm:presLayoutVars>
          <dgm:dir/>
          <dgm:resizeHandles val="exact"/>
        </dgm:presLayoutVars>
      </dgm:prSet>
      <dgm:spPr/>
    </dgm:pt>
    <dgm:pt modelId="{AF61E065-D572-43B0-8665-A6FBB48FBD1C}" type="pres">
      <dgm:prSet presAssocID="{7758525D-6763-4AF9-BFF1-5EC614BE635A}" presName="compNode" presStyleCnt="0"/>
      <dgm:spPr/>
    </dgm:pt>
    <dgm:pt modelId="{A11B9C4E-E6C8-4C1A-BD71-515B3B33736C}" type="pres">
      <dgm:prSet presAssocID="{7758525D-6763-4AF9-BFF1-5EC614BE635A}" presName="iconBgRect" presStyleLbl="bgShp" presStyleIdx="0" presStyleCnt="4"/>
      <dgm:spPr/>
    </dgm:pt>
    <dgm:pt modelId="{DCEDA7D3-B9BD-42AA-81AC-C1B6DF448C0A}" type="pres">
      <dgm:prSet presAssocID="{7758525D-6763-4AF9-BFF1-5EC614BE63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19190A83-2F67-4986-A070-CD47C2D2CD7E}" type="pres">
      <dgm:prSet presAssocID="{7758525D-6763-4AF9-BFF1-5EC614BE635A}" presName="spaceRect" presStyleCnt="0"/>
      <dgm:spPr/>
    </dgm:pt>
    <dgm:pt modelId="{CBD64982-6DB2-466D-B826-CAF32EE95361}" type="pres">
      <dgm:prSet presAssocID="{7758525D-6763-4AF9-BFF1-5EC614BE635A}" presName="textRect" presStyleLbl="revTx" presStyleIdx="0" presStyleCnt="4">
        <dgm:presLayoutVars>
          <dgm:chMax val="1"/>
          <dgm:chPref val="1"/>
        </dgm:presLayoutVars>
      </dgm:prSet>
      <dgm:spPr/>
    </dgm:pt>
    <dgm:pt modelId="{486AE77C-450A-435B-954A-AB1422C46606}" type="pres">
      <dgm:prSet presAssocID="{A8B7DB9B-D23D-4EC8-88D8-9FC41CCC2544}" presName="sibTrans" presStyleLbl="sibTrans2D1" presStyleIdx="0" presStyleCnt="0"/>
      <dgm:spPr/>
    </dgm:pt>
    <dgm:pt modelId="{2B8B2026-BE8D-4289-AF3A-882DF28CE73B}" type="pres">
      <dgm:prSet presAssocID="{6A025634-3FC7-47BC-B016-E8D2C80C4859}" presName="compNode" presStyleCnt="0"/>
      <dgm:spPr/>
    </dgm:pt>
    <dgm:pt modelId="{671F61E6-F80E-4B04-AF53-2EA0FA38B0E4}" type="pres">
      <dgm:prSet presAssocID="{6A025634-3FC7-47BC-B016-E8D2C80C4859}" presName="iconBgRect" presStyleLbl="bgShp" presStyleIdx="1" presStyleCnt="4"/>
      <dgm:spPr/>
    </dgm:pt>
    <dgm:pt modelId="{76AD3800-6DBC-48C7-8866-C7CA1BC4BD9D}" type="pres">
      <dgm:prSet presAssocID="{6A025634-3FC7-47BC-B016-E8D2C80C48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F08A92B-9DAA-438D-8D72-91C2C88B215F}" type="pres">
      <dgm:prSet presAssocID="{6A025634-3FC7-47BC-B016-E8D2C80C4859}" presName="spaceRect" presStyleCnt="0"/>
      <dgm:spPr/>
    </dgm:pt>
    <dgm:pt modelId="{00BCAF09-E8FB-458F-9E1F-CFC07485B1EA}" type="pres">
      <dgm:prSet presAssocID="{6A025634-3FC7-47BC-B016-E8D2C80C4859}" presName="textRect" presStyleLbl="revTx" presStyleIdx="1" presStyleCnt="4">
        <dgm:presLayoutVars>
          <dgm:chMax val="1"/>
          <dgm:chPref val="1"/>
        </dgm:presLayoutVars>
      </dgm:prSet>
      <dgm:spPr/>
    </dgm:pt>
    <dgm:pt modelId="{4A1C0900-732F-4315-B8F7-3BE2B82630E0}" type="pres">
      <dgm:prSet presAssocID="{BC2B4ADF-1628-4E91-86F0-78AE6D3FB607}" presName="sibTrans" presStyleLbl="sibTrans2D1" presStyleIdx="0" presStyleCnt="0"/>
      <dgm:spPr/>
    </dgm:pt>
    <dgm:pt modelId="{5EF6AACB-A40F-42AB-A2C8-B36744D6EAC9}" type="pres">
      <dgm:prSet presAssocID="{B694B1A9-9E2C-44D5-A7E9-02FBD347C93A}" presName="compNode" presStyleCnt="0"/>
      <dgm:spPr/>
    </dgm:pt>
    <dgm:pt modelId="{63944A83-B788-430C-B2EB-0C6D85BF381D}" type="pres">
      <dgm:prSet presAssocID="{B694B1A9-9E2C-44D5-A7E9-02FBD347C93A}" presName="iconBgRect" presStyleLbl="bgShp" presStyleIdx="2" presStyleCnt="4"/>
      <dgm:spPr/>
    </dgm:pt>
    <dgm:pt modelId="{EFCA49FE-F5EC-4E43-B675-DA221360C95A}" type="pres">
      <dgm:prSet presAssocID="{B694B1A9-9E2C-44D5-A7E9-02FBD347C9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02F13C74-9CDE-4A78-9298-6CFC13C4415F}" type="pres">
      <dgm:prSet presAssocID="{B694B1A9-9E2C-44D5-A7E9-02FBD347C93A}" presName="spaceRect" presStyleCnt="0"/>
      <dgm:spPr/>
    </dgm:pt>
    <dgm:pt modelId="{1A805BA4-E74F-45A5-8CBD-8806D34F34A0}" type="pres">
      <dgm:prSet presAssocID="{B694B1A9-9E2C-44D5-A7E9-02FBD347C93A}" presName="textRect" presStyleLbl="revTx" presStyleIdx="2" presStyleCnt="4">
        <dgm:presLayoutVars>
          <dgm:chMax val="1"/>
          <dgm:chPref val="1"/>
        </dgm:presLayoutVars>
      </dgm:prSet>
      <dgm:spPr/>
    </dgm:pt>
    <dgm:pt modelId="{6630F65E-7285-4A03-8183-C82C11941431}" type="pres">
      <dgm:prSet presAssocID="{8450DDCA-8673-487E-BEAD-77ADDD706BEC}" presName="sibTrans" presStyleLbl="sibTrans2D1" presStyleIdx="0" presStyleCnt="0"/>
      <dgm:spPr/>
    </dgm:pt>
    <dgm:pt modelId="{B1F8AF08-E126-4F3F-997E-12DF08DBB54C}" type="pres">
      <dgm:prSet presAssocID="{EAC550F9-D0B4-4EEB-AE96-860B63E6095E}" presName="compNode" presStyleCnt="0"/>
      <dgm:spPr/>
    </dgm:pt>
    <dgm:pt modelId="{286E01A7-A6A5-4D60-A541-48606C8E3C86}" type="pres">
      <dgm:prSet presAssocID="{EAC550F9-D0B4-4EEB-AE96-860B63E6095E}" presName="iconBgRect" presStyleLbl="bgShp" presStyleIdx="3" presStyleCnt="4"/>
      <dgm:spPr/>
    </dgm:pt>
    <dgm:pt modelId="{58B6D874-F293-419E-B67F-23293479459D}" type="pres">
      <dgm:prSet presAssocID="{EAC550F9-D0B4-4EEB-AE96-860B63E609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al"/>
        </a:ext>
      </dgm:extLst>
    </dgm:pt>
    <dgm:pt modelId="{894C24B7-8F12-4A80-B10C-C3150EB1A87B}" type="pres">
      <dgm:prSet presAssocID="{EAC550F9-D0B4-4EEB-AE96-860B63E6095E}" presName="spaceRect" presStyleCnt="0"/>
      <dgm:spPr/>
    </dgm:pt>
    <dgm:pt modelId="{2019EED1-E4A6-4AF8-ACC1-5EACEAEE0674}" type="pres">
      <dgm:prSet presAssocID="{EAC550F9-D0B4-4EEB-AE96-860B63E609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B42411-984B-4BF6-AF14-6D9950459B88}" type="presOf" srcId="{B694B1A9-9E2C-44D5-A7E9-02FBD347C93A}" destId="{1A805BA4-E74F-45A5-8CBD-8806D34F34A0}" srcOrd="0" destOrd="0" presId="urn:microsoft.com/office/officeart/2018/2/layout/IconCircleList"/>
    <dgm:cxn modelId="{74931933-2BC7-4849-B1C0-4C629A666857}" type="presOf" srcId="{7758525D-6763-4AF9-BFF1-5EC614BE635A}" destId="{CBD64982-6DB2-466D-B826-CAF32EE95361}" srcOrd="0" destOrd="0" presId="urn:microsoft.com/office/officeart/2018/2/layout/IconCircleList"/>
    <dgm:cxn modelId="{AADEC771-A69E-441E-8141-62F4059353D5}" srcId="{014FD7DB-13B6-4733-B2EA-1DED60DE8976}" destId="{6A025634-3FC7-47BC-B016-E8D2C80C4859}" srcOrd="1" destOrd="0" parTransId="{95BCFE9A-9C1E-43EB-AFC9-01732FD98470}" sibTransId="{BC2B4ADF-1628-4E91-86F0-78AE6D3FB607}"/>
    <dgm:cxn modelId="{2C5C6873-B2CF-4473-8139-424FB010C344}" type="presOf" srcId="{EAC550F9-D0B4-4EEB-AE96-860B63E6095E}" destId="{2019EED1-E4A6-4AF8-ACC1-5EACEAEE0674}" srcOrd="0" destOrd="0" presId="urn:microsoft.com/office/officeart/2018/2/layout/IconCircleList"/>
    <dgm:cxn modelId="{6E6D3F57-023F-4F9B-98C2-0A3215FD2E00}" srcId="{014FD7DB-13B6-4733-B2EA-1DED60DE8976}" destId="{7758525D-6763-4AF9-BFF1-5EC614BE635A}" srcOrd="0" destOrd="0" parTransId="{EFE87BCF-E676-43A8-A951-D0FBBBA17714}" sibTransId="{A8B7DB9B-D23D-4EC8-88D8-9FC41CCC2544}"/>
    <dgm:cxn modelId="{49CC1E79-5C6A-4B78-A378-948DD5F75B17}" type="presOf" srcId="{A8B7DB9B-D23D-4EC8-88D8-9FC41CCC2544}" destId="{486AE77C-450A-435B-954A-AB1422C46606}" srcOrd="0" destOrd="0" presId="urn:microsoft.com/office/officeart/2018/2/layout/IconCircleList"/>
    <dgm:cxn modelId="{D435A381-5CAD-4AE2-891D-FCCF3DF1A082}" srcId="{014FD7DB-13B6-4733-B2EA-1DED60DE8976}" destId="{B694B1A9-9E2C-44D5-A7E9-02FBD347C93A}" srcOrd="2" destOrd="0" parTransId="{24697AF4-BCA6-4F7F-82D3-16CCC9F70602}" sibTransId="{8450DDCA-8673-487E-BEAD-77ADDD706BEC}"/>
    <dgm:cxn modelId="{F4E3B48B-8649-41DA-8C1D-B39DB262ED91}" type="presOf" srcId="{6A025634-3FC7-47BC-B016-E8D2C80C4859}" destId="{00BCAF09-E8FB-458F-9E1F-CFC07485B1EA}" srcOrd="0" destOrd="0" presId="urn:microsoft.com/office/officeart/2018/2/layout/IconCircleList"/>
    <dgm:cxn modelId="{14149F94-2F5E-473C-8BB1-5CD56EA293D5}" srcId="{014FD7DB-13B6-4733-B2EA-1DED60DE8976}" destId="{EAC550F9-D0B4-4EEB-AE96-860B63E6095E}" srcOrd="3" destOrd="0" parTransId="{09FDFA45-C9A2-4C60-80D4-8F0640336249}" sibTransId="{646E2FC4-E6D9-428D-9B3F-A616CC3073DD}"/>
    <dgm:cxn modelId="{9AAA30CD-5A0B-407A-8A3E-F94586B6A57A}" type="presOf" srcId="{8450DDCA-8673-487E-BEAD-77ADDD706BEC}" destId="{6630F65E-7285-4A03-8183-C82C11941431}" srcOrd="0" destOrd="0" presId="urn:microsoft.com/office/officeart/2018/2/layout/IconCircleList"/>
    <dgm:cxn modelId="{65E214DB-02EC-4C56-AEE4-0F2FC5DC3F8C}" type="presOf" srcId="{BC2B4ADF-1628-4E91-86F0-78AE6D3FB607}" destId="{4A1C0900-732F-4315-B8F7-3BE2B82630E0}" srcOrd="0" destOrd="0" presId="urn:microsoft.com/office/officeart/2018/2/layout/IconCircleList"/>
    <dgm:cxn modelId="{11845EE6-FCAA-4B22-95D7-47AB2709AD35}" type="presOf" srcId="{014FD7DB-13B6-4733-B2EA-1DED60DE8976}" destId="{609F1B32-9F2B-42D4-BE5B-B95EADA8037F}" srcOrd="0" destOrd="0" presId="urn:microsoft.com/office/officeart/2018/2/layout/IconCircleList"/>
    <dgm:cxn modelId="{C6A5EE01-33C3-4DCB-9379-2CF6466E2077}" type="presParOf" srcId="{609F1B32-9F2B-42D4-BE5B-B95EADA8037F}" destId="{84944294-9E1F-4FD5-80B2-86B7EFE17BE3}" srcOrd="0" destOrd="0" presId="urn:microsoft.com/office/officeart/2018/2/layout/IconCircleList"/>
    <dgm:cxn modelId="{19A86C23-64D5-42B7-BD97-1D3C00F92E67}" type="presParOf" srcId="{84944294-9E1F-4FD5-80B2-86B7EFE17BE3}" destId="{AF61E065-D572-43B0-8665-A6FBB48FBD1C}" srcOrd="0" destOrd="0" presId="urn:microsoft.com/office/officeart/2018/2/layout/IconCircleList"/>
    <dgm:cxn modelId="{7C2EE960-F2DF-49FD-A82B-CE021F082F51}" type="presParOf" srcId="{AF61E065-D572-43B0-8665-A6FBB48FBD1C}" destId="{A11B9C4E-E6C8-4C1A-BD71-515B3B33736C}" srcOrd="0" destOrd="0" presId="urn:microsoft.com/office/officeart/2018/2/layout/IconCircleList"/>
    <dgm:cxn modelId="{81176CD3-4AC3-44FC-ABA0-05361F127542}" type="presParOf" srcId="{AF61E065-D572-43B0-8665-A6FBB48FBD1C}" destId="{DCEDA7D3-B9BD-42AA-81AC-C1B6DF448C0A}" srcOrd="1" destOrd="0" presId="urn:microsoft.com/office/officeart/2018/2/layout/IconCircleList"/>
    <dgm:cxn modelId="{42A43B27-6BB6-4CE6-B310-D8A4C0D3D545}" type="presParOf" srcId="{AF61E065-D572-43B0-8665-A6FBB48FBD1C}" destId="{19190A83-2F67-4986-A070-CD47C2D2CD7E}" srcOrd="2" destOrd="0" presId="urn:microsoft.com/office/officeart/2018/2/layout/IconCircleList"/>
    <dgm:cxn modelId="{3F17E2F0-6B1D-4452-9EE9-84BA9697E6C5}" type="presParOf" srcId="{AF61E065-D572-43B0-8665-A6FBB48FBD1C}" destId="{CBD64982-6DB2-466D-B826-CAF32EE95361}" srcOrd="3" destOrd="0" presId="urn:microsoft.com/office/officeart/2018/2/layout/IconCircleList"/>
    <dgm:cxn modelId="{C61244FE-69E6-4DA3-ACDB-CE4A2306300D}" type="presParOf" srcId="{84944294-9E1F-4FD5-80B2-86B7EFE17BE3}" destId="{486AE77C-450A-435B-954A-AB1422C46606}" srcOrd="1" destOrd="0" presId="urn:microsoft.com/office/officeart/2018/2/layout/IconCircleList"/>
    <dgm:cxn modelId="{339BE20F-D401-40D0-AC56-33BFF2A6DC4E}" type="presParOf" srcId="{84944294-9E1F-4FD5-80B2-86B7EFE17BE3}" destId="{2B8B2026-BE8D-4289-AF3A-882DF28CE73B}" srcOrd="2" destOrd="0" presId="urn:microsoft.com/office/officeart/2018/2/layout/IconCircleList"/>
    <dgm:cxn modelId="{50CDF0E4-2C32-4D57-84E0-3F431B893D7C}" type="presParOf" srcId="{2B8B2026-BE8D-4289-AF3A-882DF28CE73B}" destId="{671F61E6-F80E-4B04-AF53-2EA0FA38B0E4}" srcOrd="0" destOrd="0" presId="urn:microsoft.com/office/officeart/2018/2/layout/IconCircleList"/>
    <dgm:cxn modelId="{E81767DB-6E43-45AF-B846-2CCCDC0887C3}" type="presParOf" srcId="{2B8B2026-BE8D-4289-AF3A-882DF28CE73B}" destId="{76AD3800-6DBC-48C7-8866-C7CA1BC4BD9D}" srcOrd="1" destOrd="0" presId="urn:microsoft.com/office/officeart/2018/2/layout/IconCircleList"/>
    <dgm:cxn modelId="{3FD18385-00A5-485D-8BDD-AAF9F849C96D}" type="presParOf" srcId="{2B8B2026-BE8D-4289-AF3A-882DF28CE73B}" destId="{2F08A92B-9DAA-438D-8D72-91C2C88B215F}" srcOrd="2" destOrd="0" presId="urn:microsoft.com/office/officeart/2018/2/layout/IconCircleList"/>
    <dgm:cxn modelId="{70B08F38-0760-4A61-AACD-3C737002D5F9}" type="presParOf" srcId="{2B8B2026-BE8D-4289-AF3A-882DF28CE73B}" destId="{00BCAF09-E8FB-458F-9E1F-CFC07485B1EA}" srcOrd="3" destOrd="0" presId="urn:microsoft.com/office/officeart/2018/2/layout/IconCircleList"/>
    <dgm:cxn modelId="{C6CCCA3F-AD0D-48FA-B57C-812B2E3A8033}" type="presParOf" srcId="{84944294-9E1F-4FD5-80B2-86B7EFE17BE3}" destId="{4A1C0900-732F-4315-B8F7-3BE2B82630E0}" srcOrd="3" destOrd="0" presId="urn:microsoft.com/office/officeart/2018/2/layout/IconCircleList"/>
    <dgm:cxn modelId="{2FDA567A-31C2-4CE8-B95F-2BC9009AE611}" type="presParOf" srcId="{84944294-9E1F-4FD5-80B2-86B7EFE17BE3}" destId="{5EF6AACB-A40F-42AB-A2C8-B36744D6EAC9}" srcOrd="4" destOrd="0" presId="urn:microsoft.com/office/officeart/2018/2/layout/IconCircleList"/>
    <dgm:cxn modelId="{30C8BAF6-FD8C-41BA-BB0F-F236049C9C9C}" type="presParOf" srcId="{5EF6AACB-A40F-42AB-A2C8-B36744D6EAC9}" destId="{63944A83-B788-430C-B2EB-0C6D85BF381D}" srcOrd="0" destOrd="0" presId="urn:microsoft.com/office/officeart/2018/2/layout/IconCircleList"/>
    <dgm:cxn modelId="{E819FAB0-033E-4015-95F4-27C4FE4D4B0E}" type="presParOf" srcId="{5EF6AACB-A40F-42AB-A2C8-B36744D6EAC9}" destId="{EFCA49FE-F5EC-4E43-B675-DA221360C95A}" srcOrd="1" destOrd="0" presId="urn:microsoft.com/office/officeart/2018/2/layout/IconCircleList"/>
    <dgm:cxn modelId="{8B0ECCD6-DFCC-4FB2-9239-FBD7CAF5EB3B}" type="presParOf" srcId="{5EF6AACB-A40F-42AB-A2C8-B36744D6EAC9}" destId="{02F13C74-9CDE-4A78-9298-6CFC13C4415F}" srcOrd="2" destOrd="0" presId="urn:microsoft.com/office/officeart/2018/2/layout/IconCircleList"/>
    <dgm:cxn modelId="{8A0B15D6-96D1-406C-BB42-A51F3754A9F0}" type="presParOf" srcId="{5EF6AACB-A40F-42AB-A2C8-B36744D6EAC9}" destId="{1A805BA4-E74F-45A5-8CBD-8806D34F34A0}" srcOrd="3" destOrd="0" presId="urn:microsoft.com/office/officeart/2018/2/layout/IconCircleList"/>
    <dgm:cxn modelId="{562E50C9-15E0-4E23-937E-7BC5572CA5A3}" type="presParOf" srcId="{84944294-9E1F-4FD5-80B2-86B7EFE17BE3}" destId="{6630F65E-7285-4A03-8183-C82C11941431}" srcOrd="5" destOrd="0" presId="urn:microsoft.com/office/officeart/2018/2/layout/IconCircleList"/>
    <dgm:cxn modelId="{0652D83B-3091-49B5-B608-139EF7C9176B}" type="presParOf" srcId="{84944294-9E1F-4FD5-80B2-86B7EFE17BE3}" destId="{B1F8AF08-E126-4F3F-997E-12DF08DBB54C}" srcOrd="6" destOrd="0" presId="urn:microsoft.com/office/officeart/2018/2/layout/IconCircleList"/>
    <dgm:cxn modelId="{910422FE-CDC7-41FE-8B3B-8C1EC88703CE}" type="presParOf" srcId="{B1F8AF08-E126-4F3F-997E-12DF08DBB54C}" destId="{286E01A7-A6A5-4D60-A541-48606C8E3C86}" srcOrd="0" destOrd="0" presId="urn:microsoft.com/office/officeart/2018/2/layout/IconCircleList"/>
    <dgm:cxn modelId="{FC021967-C4B5-4A1F-BF6E-F9E628136358}" type="presParOf" srcId="{B1F8AF08-E126-4F3F-997E-12DF08DBB54C}" destId="{58B6D874-F293-419E-B67F-23293479459D}" srcOrd="1" destOrd="0" presId="urn:microsoft.com/office/officeart/2018/2/layout/IconCircleList"/>
    <dgm:cxn modelId="{72D809EC-EED9-4E57-B61C-C51BB0818708}" type="presParOf" srcId="{B1F8AF08-E126-4F3F-997E-12DF08DBB54C}" destId="{894C24B7-8F12-4A80-B10C-C3150EB1A87B}" srcOrd="2" destOrd="0" presId="urn:microsoft.com/office/officeart/2018/2/layout/IconCircleList"/>
    <dgm:cxn modelId="{10F33044-2748-410C-8493-D0AB649251DC}" type="presParOf" srcId="{B1F8AF08-E126-4F3F-997E-12DF08DBB54C}" destId="{2019EED1-E4A6-4AF8-ACC1-5EACEAEE067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2665E0-E2B7-4581-A3F3-A7A256F426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3F993C2-F205-4F3E-8BEE-98980DA085B1}">
      <dgm:prSet/>
      <dgm:spPr/>
      <dgm:t>
        <a:bodyPr/>
        <a:lstStyle/>
        <a:p>
          <a:r>
            <a:rPr lang="en-US"/>
            <a:t>Tailored Matches: We don’t just match skills; we match aspirations.</a:t>
          </a:r>
        </a:p>
      </dgm:t>
    </dgm:pt>
    <dgm:pt modelId="{EAE7E712-52A6-4B7B-9BAB-181A7B77A9F6}" type="parTrans" cxnId="{3EA9F561-2338-41DB-98AB-51453E8006DF}">
      <dgm:prSet/>
      <dgm:spPr/>
      <dgm:t>
        <a:bodyPr/>
        <a:lstStyle/>
        <a:p>
          <a:endParaRPr lang="en-US"/>
        </a:p>
      </dgm:t>
    </dgm:pt>
    <dgm:pt modelId="{0B600E7C-0A38-4C5E-A536-B075E5008595}" type="sibTrans" cxnId="{3EA9F561-2338-41DB-98AB-51453E8006DF}">
      <dgm:prSet/>
      <dgm:spPr/>
      <dgm:t>
        <a:bodyPr/>
        <a:lstStyle/>
        <a:p>
          <a:endParaRPr lang="en-US"/>
        </a:p>
      </dgm:t>
    </dgm:pt>
    <dgm:pt modelId="{CF0AC075-C022-44FD-9716-5695EE8E7411}">
      <dgm:prSet/>
      <dgm:spPr/>
      <dgm:t>
        <a:bodyPr/>
        <a:lstStyle/>
        <a:p>
          <a:r>
            <a:rPr lang="en-US"/>
            <a:t>Online Opportunities: Curating remote roles across diverse industries.</a:t>
          </a:r>
        </a:p>
      </dgm:t>
    </dgm:pt>
    <dgm:pt modelId="{5DB8593B-E03A-4595-9F1E-4FDE8FD8C0C7}" type="parTrans" cxnId="{FD848590-BE74-4BD8-B48A-1CE667139BD7}">
      <dgm:prSet/>
      <dgm:spPr/>
      <dgm:t>
        <a:bodyPr/>
        <a:lstStyle/>
        <a:p>
          <a:endParaRPr lang="en-US"/>
        </a:p>
      </dgm:t>
    </dgm:pt>
    <dgm:pt modelId="{B021C38F-FFA6-48EF-BA1D-E2358408822E}" type="sibTrans" cxnId="{FD848590-BE74-4BD8-B48A-1CE667139BD7}">
      <dgm:prSet/>
      <dgm:spPr/>
      <dgm:t>
        <a:bodyPr/>
        <a:lstStyle/>
        <a:p>
          <a:endParaRPr lang="en-US"/>
        </a:p>
      </dgm:t>
    </dgm:pt>
    <dgm:pt modelId="{98C9A298-FD39-4C42-B1C4-541B6E5DFE4F}">
      <dgm:prSet/>
      <dgm:spPr/>
      <dgm:t>
        <a:bodyPr/>
        <a:lstStyle/>
        <a:p>
          <a:r>
            <a:rPr lang="en-US"/>
            <a:t>Empowering Lives: Transforming careers, one virtual connection at a time.</a:t>
          </a:r>
        </a:p>
      </dgm:t>
    </dgm:pt>
    <dgm:pt modelId="{155D8690-0029-44F2-9E8C-CD9F95F7EAFE}" type="parTrans" cxnId="{6F7E1F2C-46A5-4C7E-94FB-920972C8FEBB}">
      <dgm:prSet/>
      <dgm:spPr/>
      <dgm:t>
        <a:bodyPr/>
        <a:lstStyle/>
        <a:p>
          <a:endParaRPr lang="en-US"/>
        </a:p>
      </dgm:t>
    </dgm:pt>
    <dgm:pt modelId="{308F4C78-8CE2-4099-AE31-B6E2E0933066}" type="sibTrans" cxnId="{6F7E1F2C-46A5-4C7E-94FB-920972C8FEBB}">
      <dgm:prSet/>
      <dgm:spPr/>
      <dgm:t>
        <a:bodyPr/>
        <a:lstStyle/>
        <a:p>
          <a:endParaRPr lang="en-US"/>
        </a:p>
      </dgm:t>
    </dgm:pt>
    <dgm:pt modelId="{DE021655-F79C-4624-92A9-D9AE04CDCD6D}" type="pres">
      <dgm:prSet presAssocID="{FD2665E0-E2B7-4581-A3F3-A7A256F426EE}" presName="root" presStyleCnt="0">
        <dgm:presLayoutVars>
          <dgm:dir/>
          <dgm:resizeHandles val="exact"/>
        </dgm:presLayoutVars>
      </dgm:prSet>
      <dgm:spPr/>
    </dgm:pt>
    <dgm:pt modelId="{FFB4E42C-5E18-494B-A589-424C6ABE4F43}" type="pres">
      <dgm:prSet presAssocID="{F3F993C2-F205-4F3E-8BEE-98980DA085B1}" presName="compNode" presStyleCnt="0"/>
      <dgm:spPr/>
    </dgm:pt>
    <dgm:pt modelId="{339DB200-7A52-4532-9545-824634925A59}" type="pres">
      <dgm:prSet presAssocID="{F3F993C2-F205-4F3E-8BEE-98980DA085B1}" presName="bgRect" presStyleLbl="bgShp" presStyleIdx="0" presStyleCnt="3"/>
      <dgm:spPr/>
    </dgm:pt>
    <dgm:pt modelId="{FCFC638B-87B0-47C3-A281-C86806DF6FA8}" type="pres">
      <dgm:prSet presAssocID="{F3F993C2-F205-4F3E-8BEE-98980DA085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ball"/>
        </a:ext>
      </dgm:extLst>
    </dgm:pt>
    <dgm:pt modelId="{B555468B-C479-45A6-B875-6549CC08D764}" type="pres">
      <dgm:prSet presAssocID="{F3F993C2-F205-4F3E-8BEE-98980DA085B1}" presName="spaceRect" presStyleCnt="0"/>
      <dgm:spPr/>
    </dgm:pt>
    <dgm:pt modelId="{9C921AE1-9804-4A60-9C20-7BA4685A595F}" type="pres">
      <dgm:prSet presAssocID="{F3F993C2-F205-4F3E-8BEE-98980DA085B1}" presName="parTx" presStyleLbl="revTx" presStyleIdx="0" presStyleCnt="3">
        <dgm:presLayoutVars>
          <dgm:chMax val="0"/>
          <dgm:chPref val="0"/>
        </dgm:presLayoutVars>
      </dgm:prSet>
      <dgm:spPr/>
    </dgm:pt>
    <dgm:pt modelId="{B536637B-C41F-4DDB-B7AF-8ED730E4097C}" type="pres">
      <dgm:prSet presAssocID="{0B600E7C-0A38-4C5E-A536-B075E5008595}" presName="sibTrans" presStyleCnt="0"/>
      <dgm:spPr/>
    </dgm:pt>
    <dgm:pt modelId="{91095B83-1EAC-4548-99E8-C9275F14970C}" type="pres">
      <dgm:prSet presAssocID="{CF0AC075-C022-44FD-9716-5695EE8E7411}" presName="compNode" presStyleCnt="0"/>
      <dgm:spPr/>
    </dgm:pt>
    <dgm:pt modelId="{6C493554-5048-4998-A405-2FC159DE6EE2}" type="pres">
      <dgm:prSet presAssocID="{CF0AC075-C022-44FD-9716-5695EE8E7411}" presName="bgRect" presStyleLbl="bgShp" presStyleIdx="1" presStyleCnt="3"/>
      <dgm:spPr/>
    </dgm:pt>
    <dgm:pt modelId="{DB2E1D40-394A-4360-A46B-FB286EBBB30B}" type="pres">
      <dgm:prSet presAssocID="{CF0AC075-C022-44FD-9716-5695EE8E74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B2B0EEC6-0011-4C8E-8B70-919AFAABE363}" type="pres">
      <dgm:prSet presAssocID="{CF0AC075-C022-44FD-9716-5695EE8E7411}" presName="spaceRect" presStyleCnt="0"/>
      <dgm:spPr/>
    </dgm:pt>
    <dgm:pt modelId="{75AA17E9-3A18-4E6C-B6DB-92CCEBCDE573}" type="pres">
      <dgm:prSet presAssocID="{CF0AC075-C022-44FD-9716-5695EE8E7411}" presName="parTx" presStyleLbl="revTx" presStyleIdx="1" presStyleCnt="3">
        <dgm:presLayoutVars>
          <dgm:chMax val="0"/>
          <dgm:chPref val="0"/>
        </dgm:presLayoutVars>
      </dgm:prSet>
      <dgm:spPr/>
    </dgm:pt>
    <dgm:pt modelId="{B3AEA5E7-5755-4916-A7BC-C4C7C7E336DB}" type="pres">
      <dgm:prSet presAssocID="{B021C38F-FFA6-48EF-BA1D-E2358408822E}" presName="sibTrans" presStyleCnt="0"/>
      <dgm:spPr/>
    </dgm:pt>
    <dgm:pt modelId="{414A0D54-9220-4F96-8BFB-C1EC5DC3A2D9}" type="pres">
      <dgm:prSet presAssocID="{98C9A298-FD39-4C42-B1C4-541B6E5DFE4F}" presName="compNode" presStyleCnt="0"/>
      <dgm:spPr/>
    </dgm:pt>
    <dgm:pt modelId="{E1760B1C-76EB-486F-A3CB-1CEF099D0C34}" type="pres">
      <dgm:prSet presAssocID="{98C9A298-FD39-4C42-B1C4-541B6E5DFE4F}" presName="bgRect" presStyleLbl="bgShp" presStyleIdx="2" presStyleCnt="3"/>
      <dgm:spPr/>
    </dgm:pt>
    <dgm:pt modelId="{04D51E10-2EE6-46FD-B40A-6800577ECECD}" type="pres">
      <dgm:prSet presAssocID="{98C9A298-FD39-4C42-B1C4-541B6E5DFE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BF556C6-EF21-44DF-84FF-79A786EB4B1A}" type="pres">
      <dgm:prSet presAssocID="{98C9A298-FD39-4C42-B1C4-541B6E5DFE4F}" presName="spaceRect" presStyleCnt="0"/>
      <dgm:spPr/>
    </dgm:pt>
    <dgm:pt modelId="{3205D46D-2510-489E-B1CE-7A0653143B84}" type="pres">
      <dgm:prSet presAssocID="{98C9A298-FD39-4C42-B1C4-541B6E5DFE4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F66FA00-C588-4DEE-BCA8-911B01E3B1C9}" type="presOf" srcId="{F3F993C2-F205-4F3E-8BEE-98980DA085B1}" destId="{9C921AE1-9804-4A60-9C20-7BA4685A595F}" srcOrd="0" destOrd="0" presId="urn:microsoft.com/office/officeart/2018/2/layout/IconVerticalSolidList"/>
    <dgm:cxn modelId="{6F7E1F2C-46A5-4C7E-94FB-920972C8FEBB}" srcId="{FD2665E0-E2B7-4581-A3F3-A7A256F426EE}" destId="{98C9A298-FD39-4C42-B1C4-541B6E5DFE4F}" srcOrd="2" destOrd="0" parTransId="{155D8690-0029-44F2-9E8C-CD9F95F7EAFE}" sibTransId="{308F4C78-8CE2-4099-AE31-B6E2E0933066}"/>
    <dgm:cxn modelId="{3EA9F561-2338-41DB-98AB-51453E8006DF}" srcId="{FD2665E0-E2B7-4581-A3F3-A7A256F426EE}" destId="{F3F993C2-F205-4F3E-8BEE-98980DA085B1}" srcOrd="0" destOrd="0" parTransId="{EAE7E712-52A6-4B7B-9BAB-181A7B77A9F6}" sibTransId="{0B600E7C-0A38-4C5E-A536-B075E5008595}"/>
    <dgm:cxn modelId="{6DC91D6C-6D7C-45C4-AD97-1A30BCD776C0}" type="presOf" srcId="{FD2665E0-E2B7-4581-A3F3-A7A256F426EE}" destId="{DE021655-F79C-4624-92A9-D9AE04CDCD6D}" srcOrd="0" destOrd="0" presId="urn:microsoft.com/office/officeart/2018/2/layout/IconVerticalSolidList"/>
    <dgm:cxn modelId="{05529777-DB78-4DB3-A54B-F93FA5F7DD86}" type="presOf" srcId="{98C9A298-FD39-4C42-B1C4-541B6E5DFE4F}" destId="{3205D46D-2510-489E-B1CE-7A0653143B84}" srcOrd="0" destOrd="0" presId="urn:microsoft.com/office/officeart/2018/2/layout/IconVerticalSolidList"/>
    <dgm:cxn modelId="{FD848590-BE74-4BD8-B48A-1CE667139BD7}" srcId="{FD2665E0-E2B7-4581-A3F3-A7A256F426EE}" destId="{CF0AC075-C022-44FD-9716-5695EE8E7411}" srcOrd="1" destOrd="0" parTransId="{5DB8593B-E03A-4595-9F1E-4FDE8FD8C0C7}" sibTransId="{B021C38F-FFA6-48EF-BA1D-E2358408822E}"/>
    <dgm:cxn modelId="{67E084CE-9FD2-4887-B999-73BE3358A0A8}" type="presOf" srcId="{CF0AC075-C022-44FD-9716-5695EE8E7411}" destId="{75AA17E9-3A18-4E6C-B6DB-92CCEBCDE573}" srcOrd="0" destOrd="0" presId="urn:microsoft.com/office/officeart/2018/2/layout/IconVerticalSolidList"/>
    <dgm:cxn modelId="{363C7DB3-6F33-40AA-8FD1-5E0FCEDE6871}" type="presParOf" srcId="{DE021655-F79C-4624-92A9-D9AE04CDCD6D}" destId="{FFB4E42C-5E18-494B-A589-424C6ABE4F43}" srcOrd="0" destOrd="0" presId="urn:microsoft.com/office/officeart/2018/2/layout/IconVerticalSolidList"/>
    <dgm:cxn modelId="{111369A9-6A86-4F23-98A5-AB1579B4D8E8}" type="presParOf" srcId="{FFB4E42C-5E18-494B-A589-424C6ABE4F43}" destId="{339DB200-7A52-4532-9545-824634925A59}" srcOrd="0" destOrd="0" presId="urn:microsoft.com/office/officeart/2018/2/layout/IconVerticalSolidList"/>
    <dgm:cxn modelId="{361275D1-8B57-46D5-8A05-7D51ED95F6B0}" type="presParOf" srcId="{FFB4E42C-5E18-494B-A589-424C6ABE4F43}" destId="{FCFC638B-87B0-47C3-A281-C86806DF6FA8}" srcOrd="1" destOrd="0" presId="urn:microsoft.com/office/officeart/2018/2/layout/IconVerticalSolidList"/>
    <dgm:cxn modelId="{65F7C7A4-3D93-4C9B-B9A2-C209245C2761}" type="presParOf" srcId="{FFB4E42C-5E18-494B-A589-424C6ABE4F43}" destId="{B555468B-C479-45A6-B875-6549CC08D764}" srcOrd="2" destOrd="0" presId="urn:microsoft.com/office/officeart/2018/2/layout/IconVerticalSolidList"/>
    <dgm:cxn modelId="{6C2AC718-5407-4F36-B5A1-3CE9B5935870}" type="presParOf" srcId="{FFB4E42C-5E18-494B-A589-424C6ABE4F43}" destId="{9C921AE1-9804-4A60-9C20-7BA4685A595F}" srcOrd="3" destOrd="0" presId="urn:microsoft.com/office/officeart/2018/2/layout/IconVerticalSolidList"/>
    <dgm:cxn modelId="{83D67C27-55B0-4EE1-B6A2-BE0E9848E899}" type="presParOf" srcId="{DE021655-F79C-4624-92A9-D9AE04CDCD6D}" destId="{B536637B-C41F-4DDB-B7AF-8ED730E4097C}" srcOrd="1" destOrd="0" presId="urn:microsoft.com/office/officeart/2018/2/layout/IconVerticalSolidList"/>
    <dgm:cxn modelId="{8CC5304B-B217-4D6D-8F04-D506B7C30090}" type="presParOf" srcId="{DE021655-F79C-4624-92A9-D9AE04CDCD6D}" destId="{91095B83-1EAC-4548-99E8-C9275F14970C}" srcOrd="2" destOrd="0" presId="urn:microsoft.com/office/officeart/2018/2/layout/IconVerticalSolidList"/>
    <dgm:cxn modelId="{495F9FA0-EEDE-45B7-BF9C-38FF0C4C9F43}" type="presParOf" srcId="{91095B83-1EAC-4548-99E8-C9275F14970C}" destId="{6C493554-5048-4998-A405-2FC159DE6EE2}" srcOrd="0" destOrd="0" presId="urn:microsoft.com/office/officeart/2018/2/layout/IconVerticalSolidList"/>
    <dgm:cxn modelId="{E7B03A9D-992B-4D5B-9207-426D36B166E5}" type="presParOf" srcId="{91095B83-1EAC-4548-99E8-C9275F14970C}" destId="{DB2E1D40-394A-4360-A46B-FB286EBBB30B}" srcOrd="1" destOrd="0" presId="urn:microsoft.com/office/officeart/2018/2/layout/IconVerticalSolidList"/>
    <dgm:cxn modelId="{A4AF6A2B-6351-4EF6-B9CA-72A9DE9FEC78}" type="presParOf" srcId="{91095B83-1EAC-4548-99E8-C9275F14970C}" destId="{B2B0EEC6-0011-4C8E-8B70-919AFAABE363}" srcOrd="2" destOrd="0" presId="urn:microsoft.com/office/officeart/2018/2/layout/IconVerticalSolidList"/>
    <dgm:cxn modelId="{C6ECDBA4-02FC-46A0-92D5-8D656A4CDF4C}" type="presParOf" srcId="{91095B83-1EAC-4548-99E8-C9275F14970C}" destId="{75AA17E9-3A18-4E6C-B6DB-92CCEBCDE573}" srcOrd="3" destOrd="0" presId="urn:microsoft.com/office/officeart/2018/2/layout/IconVerticalSolidList"/>
    <dgm:cxn modelId="{43379325-D9FE-402A-AC73-B164F340EB70}" type="presParOf" srcId="{DE021655-F79C-4624-92A9-D9AE04CDCD6D}" destId="{B3AEA5E7-5755-4916-A7BC-C4C7C7E336DB}" srcOrd="3" destOrd="0" presId="urn:microsoft.com/office/officeart/2018/2/layout/IconVerticalSolidList"/>
    <dgm:cxn modelId="{3EE4A313-1199-4390-9720-EFDC846E9739}" type="presParOf" srcId="{DE021655-F79C-4624-92A9-D9AE04CDCD6D}" destId="{414A0D54-9220-4F96-8BFB-C1EC5DC3A2D9}" srcOrd="4" destOrd="0" presId="urn:microsoft.com/office/officeart/2018/2/layout/IconVerticalSolidList"/>
    <dgm:cxn modelId="{E808BFC6-6297-469C-9959-EB3FCD163BEA}" type="presParOf" srcId="{414A0D54-9220-4F96-8BFB-C1EC5DC3A2D9}" destId="{E1760B1C-76EB-486F-A3CB-1CEF099D0C34}" srcOrd="0" destOrd="0" presId="urn:microsoft.com/office/officeart/2018/2/layout/IconVerticalSolidList"/>
    <dgm:cxn modelId="{42676865-FF73-4397-BE14-360B1F700E82}" type="presParOf" srcId="{414A0D54-9220-4F96-8BFB-C1EC5DC3A2D9}" destId="{04D51E10-2EE6-46FD-B40A-6800577ECECD}" srcOrd="1" destOrd="0" presId="urn:microsoft.com/office/officeart/2018/2/layout/IconVerticalSolidList"/>
    <dgm:cxn modelId="{41A98424-93F6-4F6B-9BD8-2A9D96C79EE2}" type="presParOf" srcId="{414A0D54-9220-4F96-8BFB-C1EC5DC3A2D9}" destId="{BBF556C6-EF21-44DF-84FF-79A786EB4B1A}" srcOrd="2" destOrd="0" presId="urn:microsoft.com/office/officeart/2018/2/layout/IconVerticalSolidList"/>
    <dgm:cxn modelId="{27FFD92A-4034-4B93-922F-7FF2B9B9F9C5}" type="presParOf" srcId="{414A0D54-9220-4F96-8BFB-C1EC5DC3A2D9}" destId="{3205D46D-2510-489E-B1CE-7A0653143B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B9C4E-E6C8-4C1A-BD71-515B3B33736C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DA7D3-B9BD-42AA-81AC-C1B6DF448C0A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64982-6DB2-466D-B826-CAF32EE95361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Mission: To bridge the gap between talent and remote job opportunities.</a:t>
          </a:r>
        </a:p>
      </dsp:txBody>
      <dsp:txXfrm>
        <a:off x="1834517" y="469890"/>
        <a:ext cx="3148942" cy="1335915"/>
      </dsp:txXfrm>
    </dsp:sp>
    <dsp:sp modelId="{671F61E6-F80E-4B04-AF53-2EA0FA38B0E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D3800-6DBC-48C7-8866-C7CA1BC4BD9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CAF09-E8FB-458F-9E1F-CFC07485B1EA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Why: We believe everyone deserves meaningful work, regardless of age or educational background.</a:t>
          </a:r>
        </a:p>
      </dsp:txBody>
      <dsp:txXfrm>
        <a:off x="7154322" y="469890"/>
        <a:ext cx="3148942" cy="1335915"/>
      </dsp:txXfrm>
    </dsp:sp>
    <dsp:sp modelId="{63944A83-B788-430C-B2EB-0C6D85BF381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A49FE-F5EC-4E43-B675-DA221360C95A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05BA4-E74F-45A5-8CBD-8806D34F34A0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Impact: By connecting individuals with online jobs, we empower financial stability and personal growth.</a:t>
          </a:r>
        </a:p>
      </dsp:txBody>
      <dsp:txXfrm>
        <a:off x="1834517" y="2545532"/>
        <a:ext cx="3148942" cy="1335915"/>
      </dsp:txXfrm>
    </dsp:sp>
    <dsp:sp modelId="{286E01A7-A6A5-4D60-A541-48606C8E3C86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6D874-F293-419E-B67F-23293479459D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9EED1-E4A6-4AF8-ACC1-5EACEAEE0674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Our Unique Approach: </a:t>
          </a:r>
          <a:r>
            <a:rPr lang="en-US" sz="2000" kern="1200" dirty="0">
              <a:latin typeface="Calibri Light" panose="020F0302020204030204"/>
            </a:rPr>
            <a:t>Remote path</a:t>
          </a:r>
          <a:r>
            <a:rPr lang="en-US" sz="2000" kern="1200" dirty="0"/>
            <a:t> to Success</a:t>
          </a:r>
          <a:r>
            <a:rPr lang="en-US" sz="2000" kern="1200" dirty="0">
              <a:latin typeface="Calibri Light" panose="020F0302020204030204"/>
            </a:rPr>
            <a:t>.</a:t>
          </a:r>
          <a:endParaRPr lang="en-US" sz="2000" kern="1200" dirty="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DB200-7A52-4532-9545-824634925A59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C638B-87B0-47C3-A281-C86806DF6FA8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21AE1-9804-4A60-9C20-7BA4685A595F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Tailored Matches: We don’t just match skills; we match aspirations.</a:t>
          </a:r>
        </a:p>
      </dsp:txBody>
      <dsp:txXfrm>
        <a:off x="1437631" y="531"/>
        <a:ext cx="9077968" cy="1244702"/>
      </dsp:txXfrm>
    </dsp:sp>
    <dsp:sp modelId="{6C493554-5048-4998-A405-2FC159DE6EE2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E1D40-394A-4360-A46B-FB286EBBB30B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A17E9-3A18-4E6C-B6DB-92CCEBCDE573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Online Opportunities: Curating remote roles across diverse industries.</a:t>
          </a:r>
        </a:p>
      </dsp:txBody>
      <dsp:txXfrm>
        <a:off x="1437631" y="1556410"/>
        <a:ext cx="9077968" cy="1244702"/>
      </dsp:txXfrm>
    </dsp:sp>
    <dsp:sp modelId="{E1760B1C-76EB-486F-A3CB-1CEF099D0C34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51E10-2EE6-46FD-B40A-6800577ECECD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5D46D-2510-489E-B1CE-7A0653143B84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Empowering Lives: Transforming careers, one virtual connection at a time.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50A1-D8E1-1028-D7D1-4DCB69000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6923A-68B5-55CE-4713-40EB93237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45AC8-2886-5ABB-7B30-7CEEC569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F1186-1D6E-BE40-970A-9316E8B3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1DF27-6989-7DA5-B8E1-49091DCF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1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DF6C-33A2-6085-3452-A246088A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EDD80-537C-C97A-1160-E4142DEF0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4A177-2D2F-EFB9-223C-1D71A54F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08797-55A7-D7CD-99D2-5D65F6F58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95A65-6E29-F13D-B664-3EA999BB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6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6FF0-CA46-3DD0-61A2-C428EA36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C34C2-22BD-0E45-D70E-FDA498299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FEBD1-0CB2-0B6A-A3A0-1DB0B0D4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2BFEA-D88D-4B30-BC5D-18C03C6D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5D555-D1B4-D727-3D82-3D182C43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7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03BF-50AD-D1CD-F7CD-18BB6D79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70A3F-0E5F-7B60-A867-EAD9D2EAB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289B6-A3AA-D870-868B-4445DFF17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FDF32-9D6E-ADF3-91C6-310CDE2B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4420B-2476-1B70-A330-8F666DC9E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AA529-1520-9054-43F0-05C7AD70C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04AD-2EBD-4F6E-86D2-EBC581C5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A8C84-BC6A-3FBA-3342-D45481088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D8CAF-FFD1-F127-408A-0E6C1DB43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927C29-7B05-76AA-B639-6187900B5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85E9C-C983-199E-1A4B-39B952002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5C4F4-14FF-7AF9-2DC1-EC2AD3EC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CC690-B72E-899A-DDF8-DD56ABCD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59AF2-5A57-00A9-7B8D-7925F8C2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5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8D02-7DB9-FD6E-832E-23628530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679E7-56E7-9B15-5CD7-EC78E8AF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691B9-2AD5-8EDF-DB75-3BE61D15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3164D-37AE-A1CF-7721-90937934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5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C9D4E-82D3-62FD-D1A7-B6A3758E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55045-10BE-4620-92E7-1B1E95E3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18815-8875-3494-6E90-F1F7F333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2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C670-9BBD-ED3E-EAAD-411CF8F0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D65BF-D1D6-D201-CF8E-C63453A4D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AFAA3-CCF6-8C0A-EC40-640F4E767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915E6-47C3-186C-ECDC-91E05805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B8759-250D-D2B7-CA44-D1786116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6E25C-01DD-2ABE-6979-DA4BE194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D782-90D2-C5F7-DC90-F3B59E16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9420A-3498-87BF-E988-131A1883D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DD0C2-988C-0380-62DB-143DF4BA2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78BF8-F309-8ED6-3D1C-1FD52E73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2E7F-4782-9D03-DAD9-F3E0D55E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79E81-0B79-E381-FA76-C87B09B0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3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81FE-0898-99DC-5C7B-0D57E667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7B11B-98FF-FD33-17F5-3C2770E48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B4B06-4E2F-27E4-9EF6-D8F5989B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EF1BF-06F4-BDC8-5054-7E295837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0FB79-2055-9A1B-7DF4-C825D769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4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59C1E-6564-AEB4-4538-1DC224704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2D4AC-C4CE-537E-C907-AA960A4F7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A188-32CA-A33E-EACC-837C0852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8B12-BB11-AA3C-4CB7-BE547999D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3AD53-A649-B73A-28E4-1A0AA873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36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74B3-0BC0-9918-FB48-CD4859C0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4FDD3-298B-E404-3FD5-07847CA87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7BCE0-A8C0-5053-7BD5-938C2F02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D5297-4E68-41DE-10C4-57789FBF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B0AB8-CA85-FB82-9194-B24F2AFC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4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23547-B909-8DBA-F7AA-20084F172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DDCA5-6F22-7D64-3AF8-36D7F14FB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5B20-3A82-50EF-5B37-E58B97579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FCB72-315D-480C-A7EC-D819BB7912EA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87B4E-259A-BDC0-AC1F-534693D01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DD175-6CB1-903B-A2E5-615D0579E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1E1AF-999D-47DB-AEEA-1EC0E2072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3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0063A-9C54-C0A7-5488-9651E2A1D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RemoteMarket: Connecting Opportunities, Empowering Lives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0F0AC-1A35-6AC5-BC08-097E81CFA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600" dirty="0">
                <a:ea typeface="Calibri"/>
                <a:cs typeface="Calibri"/>
              </a:rPr>
              <a:t>Designed by</a:t>
            </a:r>
          </a:p>
          <a:p>
            <a:pPr algn="l"/>
            <a:r>
              <a:rPr lang="en-US" sz="1600" dirty="0">
                <a:ea typeface="Calibri"/>
                <a:cs typeface="Calibri"/>
              </a:rPr>
              <a:t>Ezra Taft Brigham Essien.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AD93F4-1101-9749-EC34-8CC9F010E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7704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4" name="Picture 3" descr="A blue logo with black background&#10;&#10;Description automatically generated">
            <a:extLst>
              <a:ext uri="{FF2B5EF4-FFF2-40B4-BE49-F238E27FC236}">
                <a16:creationId xmlns:a16="http://schemas.microsoft.com/office/drawing/2014/main" id="{7145032D-35A6-78DC-CD41-A7D6F197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27" y="0"/>
            <a:ext cx="1233407" cy="123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7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C6D7-E5EB-4A91-DDD1-27438812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</a:t>
            </a:r>
          </a:p>
        </p:txBody>
      </p:sp>
      <p:graphicFrame>
        <p:nvGraphicFramePr>
          <p:cNvPr id="36" name="Text Placeholder 2">
            <a:extLst>
              <a:ext uri="{FF2B5EF4-FFF2-40B4-BE49-F238E27FC236}">
                <a16:creationId xmlns:a16="http://schemas.microsoft.com/office/drawing/2014/main" id="{9EC92138-2844-6BCC-BDD4-4439FCF9DBDD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9" name="Picture 88" descr="A blue logo with black background&#10;&#10;Description automatically generated">
            <a:extLst>
              <a:ext uri="{FF2B5EF4-FFF2-40B4-BE49-F238E27FC236}">
                <a16:creationId xmlns:a16="http://schemas.microsoft.com/office/drawing/2014/main" id="{7E9FD124-B839-1A86-C7F8-85B0E1CE4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7873" y="87178"/>
            <a:ext cx="1091340" cy="109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5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31901-537F-6A71-2D41-E9E69F8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Approach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1" name="Text Placeholder 2">
            <a:extLst>
              <a:ext uri="{FF2B5EF4-FFF2-40B4-BE49-F238E27FC236}">
                <a16:creationId xmlns:a16="http://schemas.microsoft.com/office/drawing/2014/main" id="{AE8DAE0B-B473-ADCC-66ED-A6E633B8C5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225995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2" name="Picture 61" descr="A blue logo with black background&#10;&#10;Description automatically generated">
            <a:extLst>
              <a:ext uri="{FF2B5EF4-FFF2-40B4-BE49-F238E27FC236}">
                <a16:creationId xmlns:a16="http://schemas.microsoft.com/office/drawing/2014/main" id="{5236AF8A-2866-AC70-03E9-63ADB11E18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8686" y="-80720"/>
            <a:ext cx="1039679" cy="10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5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all office building looking up">
            <a:extLst>
              <a:ext uri="{FF2B5EF4-FFF2-40B4-BE49-F238E27FC236}">
                <a16:creationId xmlns:a16="http://schemas.microsoft.com/office/drawing/2014/main" id="{1C0823DC-E1F5-B233-4665-6048617DC1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107" r="-2" b="-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464327-37B0-9094-7FEA-A95E1F41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ln w="22225">
                  <a:solidFill>
                    <a:srgbClr val="FFFFFF"/>
                  </a:solidFill>
                </a:ln>
                <a:noFill/>
              </a:rPr>
              <a:t>Our Valued Customers: Who We Serve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B56B5-0E02-E231-70C4-E028E32E1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Customer:</a:t>
            </a:r>
          </a:p>
          <a:p>
            <a:r>
              <a:rPr lang="en-US" sz="2000">
                <a:solidFill>
                  <a:srgbClr val="FFFFFF"/>
                </a:solidFill>
              </a:rPr>
              <a:t>Fresh Graduates: Eager to kick-start their careers from anywhere.</a:t>
            </a:r>
          </a:p>
          <a:p>
            <a:r>
              <a:rPr lang="en-US" sz="2000">
                <a:solidFill>
                  <a:srgbClr val="FFFFFF"/>
                </a:solidFill>
              </a:rPr>
              <a:t>Experienced Professionals: Seeking work-life balance without compromising expertise.</a:t>
            </a:r>
          </a:p>
          <a:p>
            <a:r>
              <a:rPr lang="en-US" sz="2000">
                <a:solidFill>
                  <a:srgbClr val="FFFFFF"/>
                </a:solidFill>
              </a:rPr>
              <a:t>Career Changers: Transitioning into new fields through remote opportunities.</a:t>
            </a:r>
          </a:p>
        </p:txBody>
      </p:sp>
      <p:pic>
        <p:nvPicPr>
          <p:cNvPr id="30" name="Picture 29" descr="A blue logo with black background&#10;&#10;Description automatically generated">
            <a:extLst>
              <a:ext uri="{FF2B5EF4-FFF2-40B4-BE49-F238E27FC236}">
                <a16:creationId xmlns:a16="http://schemas.microsoft.com/office/drawing/2014/main" id="{5C3689E5-28D6-F638-6327-5364A15C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839" y="-54889"/>
            <a:ext cx="1000934" cy="101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15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E61ED-CF0C-479A-08E0-A3F13081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Our Core Values: Guiding Principles</a:t>
            </a:r>
          </a:p>
        </p:txBody>
      </p:sp>
      <p:pic>
        <p:nvPicPr>
          <p:cNvPr id="17" name="Picture 16" descr="Hands-on top of each other">
            <a:extLst>
              <a:ext uri="{FF2B5EF4-FFF2-40B4-BE49-F238E27FC236}">
                <a16:creationId xmlns:a16="http://schemas.microsoft.com/office/drawing/2014/main" id="{82623778-F689-B277-B4A5-2F85A34D0D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563" r="8418" b="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94E-F209-9317-B1D1-E9BE6101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13788" y="2333297"/>
            <a:ext cx="4840010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Values:</a:t>
            </a:r>
          </a:p>
          <a:p>
            <a:r>
              <a:rPr lang="en-US" sz="2000"/>
              <a:t>Inclusivity: Welcoming diversity in skills, backgrounds, and perspectives.</a:t>
            </a:r>
          </a:p>
          <a:p>
            <a:r>
              <a:rPr lang="en-US" sz="2000"/>
              <a:t>Quality: Delivering excellence in every connection we make.</a:t>
            </a:r>
          </a:p>
          <a:p>
            <a:r>
              <a:rPr lang="en-US" sz="2000"/>
              <a:t>Passion: Committed to shaping a future where work knows no boundaries.</a:t>
            </a:r>
          </a:p>
        </p:txBody>
      </p:sp>
      <p:pic>
        <p:nvPicPr>
          <p:cNvPr id="4" name="Picture 3" descr="A blue logo with black background&#10;&#10;Description automatically generated">
            <a:extLst>
              <a:ext uri="{FF2B5EF4-FFF2-40B4-BE49-F238E27FC236}">
                <a16:creationId xmlns:a16="http://schemas.microsoft.com/office/drawing/2014/main" id="{2B93D7C2-D24E-601F-4670-40F91742A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686" y="5782805"/>
            <a:ext cx="1065510" cy="10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8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logo for a remote market&#10;&#10;Description automatically generated">
            <a:extLst>
              <a:ext uri="{FF2B5EF4-FFF2-40B4-BE49-F238E27FC236}">
                <a16:creationId xmlns:a16="http://schemas.microsoft.com/office/drawing/2014/main" id="{4742490C-4055-6AB4-CEE8-E2FA2C514F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8" b="1324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3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2AC5D5-35F9-432E-9686-AE2532DE4237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RemoteMarket: Connecting Opportunities, Empowering Lives</vt:lpstr>
      <vt:lpstr>Purpose</vt:lpstr>
      <vt:lpstr>Approach</vt:lpstr>
      <vt:lpstr>Our Valued Customers: Who We Serve</vt:lpstr>
      <vt:lpstr>Our Core Values: Guiding Principles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RemoteMarket: Connecting Opportunities, Empowering Lives</dc:title>
  <dc:creator>Brigham Taft Essien</dc:creator>
  <cp:lastModifiedBy>Brigham Taft Essien</cp:lastModifiedBy>
  <cp:revision>50</cp:revision>
  <dcterms:created xsi:type="dcterms:W3CDTF">2024-03-08T15:01:52Z</dcterms:created>
  <dcterms:modified xsi:type="dcterms:W3CDTF">2024-03-08T15:52:01Z</dcterms:modified>
</cp:coreProperties>
</file>