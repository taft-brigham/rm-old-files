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6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32" d="100"/>
          <a:sy n="32" d="100"/>
        </p:scale>
        <p:origin x="1124" y="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EE1632D4-1575-476D-9855-8DAA2299C882}" type="datetimeFigureOut">
              <a:rPr lang="en-US" smtClean="0"/>
              <a:t>3/8/2024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4A60C00-93DF-4E16-B26C-028764720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714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632D4-1575-476D-9855-8DAA2299C882}" type="datetimeFigureOut">
              <a:rPr lang="en-US" smtClean="0"/>
              <a:t>3/8/2024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60C00-93DF-4E16-B26C-028764720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435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632D4-1575-476D-9855-8DAA2299C882}" type="datetimeFigureOut">
              <a:rPr lang="en-US" smtClean="0"/>
              <a:t>3/8/2024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60C00-93DF-4E16-B26C-028764720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309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632D4-1575-476D-9855-8DAA2299C882}" type="datetimeFigureOut">
              <a:rPr lang="en-US" smtClean="0"/>
              <a:t>3/8/2024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60C00-93DF-4E16-B26C-028764720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993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632D4-1575-476D-9855-8DAA2299C882}" type="datetimeFigureOut">
              <a:rPr lang="en-US" smtClean="0"/>
              <a:t>3/8/2024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60C00-93DF-4E16-B26C-028764720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9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632D4-1575-476D-9855-8DAA2299C882}" type="datetimeFigureOut">
              <a:rPr lang="en-US" smtClean="0"/>
              <a:t>3/8/2024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60C00-93DF-4E16-B26C-028764720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40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632D4-1575-476D-9855-8DAA2299C882}" type="datetimeFigureOut">
              <a:rPr lang="en-US" smtClean="0"/>
              <a:t>3/8/2024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60C00-93DF-4E16-B26C-028764720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422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632D4-1575-476D-9855-8DAA2299C882}" type="datetimeFigureOut">
              <a:rPr lang="en-US" smtClean="0"/>
              <a:t>3/8/2024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60C00-93DF-4E16-B26C-028764720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877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632D4-1575-476D-9855-8DAA2299C882}" type="datetimeFigureOut">
              <a:rPr lang="en-US" smtClean="0"/>
              <a:t>3/8/2024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60C00-93DF-4E16-B26C-028764720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828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632D4-1575-476D-9855-8DAA2299C882}" type="datetimeFigureOut">
              <a:rPr lang="en-US" smtClean="0"/>
              <a:t>3/8/2024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60C00-93DF-4E16-B26C-028764720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988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632D4-1575-476D-9855-8DAA2299C882}" type="datetimeFigureOut">
              <a:rPr lang="en-US" smtClean="0"/>
              <a:t>3/8/2024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60C00-93DF-4E16-B26C-028764720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0361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632D4-1575-476D-9855-8DAA2299C882}" type="datetimeFigureOut">
              <a:rPr lang="en-US" smtClean="0"/>
              <a:t>3/8/2024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60C00-93DF-4E16-B26C-028764720B61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377033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632D4-1575-476D-9855-8DAA2299C882}" type="datetimeFigureOut">
              <a:rPr lang="en-US" smtClean="0"/>
              <a:t>3/8/2024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60C00-93DF-4E16-B26C-028764720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3447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632D4-1575-476D-9855-8DAA2299C882}" type="datetimeFigureOut">
              <a:rPr lang="en-US" smtClean="0"/>
              <a:t>3/8/2024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60C00-93DF-4E16-B26C-028764720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1866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632D4-1575-476D-9855-8DAA2299C882}" type="datetimeFigureOut">
              <a:rPr lang="en-US" smtClean="0"/>
              <a:t>3/8/2024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60C00-93DF-4E16-B26C-028764720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4800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632D4-1575-476D-9855-8DAA2299C882}" type="datetimeFigureOut">
              <a:rPr lang="en-US" smtClean="0"/>
              <a:t>3/8/2024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60C00-93DF-4E16-B26C-028764720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402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632D4-1575-476D-9855-8DAA2299C882}" type="datetimeFigureOut">
              <a:rPr lang="en-US" smtClean="0"/>
              <a:t>3/8/2024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60C00-93DF-4E16-B26C-028764720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978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1632D4-1575-476D-9855-8DAA2299C882}" type="datetimeFigureOut">
              <a:rPr lang="en-US" smtClean="0"/>
              <a:t>3/8/2024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A60C00-93DF-4E16-B26C-028764720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1859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49F27-3CF4-821E-6E5F-AC47CBDBD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592666"/>
            <a:ext cx="4431242" cy="3363686"/>
          </a:xfrm>
        </p:spPr>
        <p:txBody>
          <a:bodyPr>
            <a:normAutofit/>
          </a:bodyPr>
          <a:lstStyle/>
          <a:p>
            <a:r>
              <a:rPr lang="en-US" sz="4000" dirty="0" err="1">
                <a:latin typeface="Poppins" panose="00000500000000000000" pitchFamily="2" charset="0"/>
                <a:cs typeface="Poppins" panose="00000500000000000000" pitchFamily="2" charset="0"/>
              </a:rPr>
              <a:t>RemoteMarket</a:t>
            </a:r>
            <a:r>
              <a:rPr lang="en-US" sz="4000" dirty="0">
                <a:latin typeface="Poppins" panose="00000500000000000000" pitchFamily="2" charset="0"/>
                <a:cs typeface="Poppins" panose="00000500000000000000" pitchFamily="2" charset="0"/>
              </a:rPr>
              <a:t>: Connecting Opportunities, Empowering Lives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E17CF65-287D-7D93-CE95-1F2DF12F26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1270" y="1110343"/>
            <a:ext cx="5373801" cy="391885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A787A7-FAE0-F5F9-F55A-CA0B1EDF75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6705" y="5029200"/>
            <a:ext cx="3856037" cy="7620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Created by</a:t>
            </a:r>
          </a:p>
          <a:p>
            <a:r>
              <a:rPr lang="en-US" sz="1900" dirty="0"/>
              <a:t>Ezra Taft Brigham Essien</a:t>
            </a:r>
          </a:p>
        </p:txBody>
      </p:sp>
    </p:spTree>
    <p:extLst>
      <p:ext uri="{BB962C8B-B14F-4D97-AF65-F5344CB8AC3E}">
        <p14:creationId xmlns:p14="http://schemas.microsoft.com/office/powerpoint/2010/main" val="2677055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1C5169-4D4E-59C8-66FC-9B8740561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918" y="159863"/>
            <a:ext cx="9905998" cy="1905000"/>
          </a:xfrm>
        </p:spPr>
        <p:txBody>
          <a:bodyPr>
            <a:normAutofit/>
          </a:bodyPr>
          <a:lstStyle/>
          <a:p>
            <a:r>
              <a:rPr lang="en-US" sz="5400" dirty="0"/>
              <a:t>OUR UNIQUE APPROACH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7A982C-866A-2E4E-E9DE-E8F2D04308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/>
              <a:t>Tailored matches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0803308-72B6-ABC5-C1B7-DDB29DAD3D80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r>
              <a:rPr lang="en-US" dirty="0"/>
              <a:t>We match skills and aspirations, ensuring the best fit for bother job seekers and employers.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69DA4A2-8347-E3A5-F6EB-706F2CA72D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2000" dirty="0"/>
              <a:t>Online opportunities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79B37D3-AD5A-A1D1-909D-CBAAA8DBF475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4517118" y="3360263"/>
            <a:ext cx="3195830" cy="2430936"/>
          </a:xfrm>
        </p:spPr>
        <p:txBody>
          <a:bodyPr/>
          <a:lstStyle/>
          <a:p>
            <a:r>
              <a:rPr lang="en-US" dirty="0"/>
              <a:t>Curating remote roles across industries to provide a wide range of options for our clients.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59399CA-1BC9-1E7B-AC1D-E0B0F04917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000" dirty="0"/>
              <a:t>Empowering lives 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67E2EAA-0871-F829-7468-F733AB8ED30C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/>
          <a:lstStyle/>
          <a:p>
            <a:r>
              <a:rPr lang="en-US" dirty="0"/>
              <a:t>Transforming careers and </a:t>
            </a:r>
            <a:r>
              <a:rPr lang="en-US" dirty="0" err="1"/>
              <a:t>fstering</a:t>
            </a:r>
            <a:r>
              <a:rPr lang="en-US" dirty="0"/>
              <a:t> personal growth through virtual connections and meaningful work.</a:t>
            </a:r>
          </a:p>
        </p:txBody>
      </p:sp>
    </p:spTree>
    <p:extLst>
      <p:ext uri="{BB962C8B-B14F-4D97-AF65-F5344CB8AC3E}">
        <p14:creationId xmlns:p14="http://schemas.microsoft.com/office/powerpoint/2010/main" val="2728071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90F8E-AA46-D615-76CB-1474991D5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D885A-4EEC-FD01-598D-40B1C22243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FD4070-038F-46B5-5A28-394503385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519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7D4D4-5A23-E627-FDFB-62A049BEB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569E0-A34A-90EF-52B3-1811F0AC4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F3A785-F069-2E97-AC3A-344B7D3921C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536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DEEC0-1918-E6B4-42C7-21A05F297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F4494-6F0B-EB67-C71F-1DCD1A557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80E088-71F7-FEFB-E2BD-5C91E2EB67A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36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B418A22-60F4-4871-BE64-5E0ABFA70324}">
  <we:reference id="wa104379997" version="3.0.0.0" store="en-US" storeType="OMEX"/>
  <we:alternateReferences>
    <we:reference id="wa104379997" version="3.0.0.0" store="wa104379997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90</TotalTime>
  <Words>68</Words>
  <Application>Microsoft Office PowerPoint</Application>
  <PresentationFormat>Widescreen</PresentationFormat>
  <Paragraphs>10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Poppins</vt:lpstr>
      <vt:lpstr>Tw Cen MT</vt:lpstr>
      <vt:lpstr>Circuit</vt:lpstr>
      <vt:lpstr>RemoteMarket: Connecting Opportunities, Empowering Lives</vt:lpstr>
      <vt:lpstr>OUR UNIQUE APPROACH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RemoteMarket: Connecting Opportunities, Empowering Lives</dc:title>
  <dc:creator>Brigham Taft Essien</dc:creator>
  <cp:lastModifiedBy>Brigham Taft Essien</cp:lastModifiedBy>
  <cp:revision>2</cp:revision>
  <dcterms:created xsi:type="dcterms:W3CDTF">2024-03-07T19:02:46Z</dcterms:created>
  <dcterms:modified xsi:type="dcterms:W3CDTF">2024-03-08T14:49:17Z</dcterms:modified>
</cp:coreProperties>
</file>