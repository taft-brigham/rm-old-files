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814" r:id="rId2"/>
  </p:sldMasterIdLst>
  <p:sldIdLst>
    <p:sldId id="275" r:id="rId3"/>
    <p:sldId id="276" r:id="rId4"/>
    <p:sldId id="277" r:id="rId5"/>
    <p:sldId id="278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32" d="100"/>
          <a:sy n="32" d="100"/>
        </p:scale>
        <p:origin x="11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72760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28" y="796698"/>
            <a:ext cx="6854371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35451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716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80717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5800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68651C4C-4AD1-19DA-CC78-BEC58707B5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5800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630785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2832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704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295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02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84804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538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70AFB9-F87E-11AC-2B32-B5178FE34E78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1442" y="268927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919352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414779-4CEE-EEAD-8A66-EE043E90B44F}"/>
              </a:ext>
            </a:extLst>
          </p:cNvPr>
          <p:cNvSpPr/>
          <p:nvPr userDrawn="1"/>
        </p:nvSpPr>
        <p:spPr>
          <a:xfrm>
            <a:off x="1611313" y="3215390"/>
            <a:ext cx="2638398" cy="36426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4235A04-C2C9-A7DC-3FE5-1E7D27C0E1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" y="2627313"/>
            <a:ext cx="2525713" cy="33162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7104C814-4179-5378-738C-F0AEB2D153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4326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655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15">
          <p15:clr>
            <a:srgbClr val="FBAE40"/>
          </p15:clr>
        </p15:guide>
        <p15:guide id="9" pos="2167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B883CC-094E-7039-9807-58F11002611B}"/>
              </a:ext>
            </a:extLst>
          </p:cNvPr>
          <p:cNvSpPr/>
          <p:nvPr userDrawn="1"/>
        </p:nvSpPr>
        <p:spPr>
          <a:xfrm>
            <a:off x="0" y="0"/>
            <a:ext cx="5358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DDBBAD-B928-4819-64F5-80A5AECD71C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81500" y="2171699"/>
            <a:ext cx="2971800" cy="45497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8B3586BE-78C6-E426-9F3C-F59381E5CD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4081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632">
          <p15:clr>
            <a:srgbClr val="FBAE40"/>
          </p15:clr>
        </p15:guide>
        <p15:guide id="6" orient="horz" pos="1368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2760">
          <p15:clr>
            <a:srgbClr val="FBAE40"/>
          </p15:clr>
        </p15:guide>
        <p15:guide id="11" pos="7159">
          <p15:clr>
            <a:srgbClr val="FBAE40"/>
          </p15:clr>
        </p15:guide>
        <p15:guide id="12" pos="672">
          <p15:clr>
            <a:srgbClr val="FBAE40"/>
          </p15:clr>
        </p15:guide>
        <p15:guide id="14" orient="horz" pos="2448">
          <p15:clr>
            <a:srgbClr val="FBAE40"/>
          </p15:clr>
        </p15:guide>
        <p15:guide id="15" pos="705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949CF9-AE80-D4A2-E0FC-126A4E8ECBCB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46" y="4618037"/>
            <a:ext cx="9314540" cy="1325563"/>
          </a:xfrm>
        </p:spPr>
        <p:txBody>
          <a:bodyPr anchor="b">
            <a:noAutofit/>
          </a:bodyPr>
          <a:lstStyle>
            <a:lvl1pPr algn="r"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7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9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61991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560">
          <p15:clr>
            <a:srgbClr val="FBAE40"/>
          </p15:clr>
        </p15:guide>
        <p15:guide id="7" orient="horz" pos="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960C-86A7-6728-9263-973B76A8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265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002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24232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90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93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01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20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58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465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7205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626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196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27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662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81506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30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446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35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844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076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96682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02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21922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70AFB9-F87E-11AC-2B32-B5178FE34E78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1442" y="268927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704658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4C769-5B6E-5C22-9516-5D7BE462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190F5-D493-CE67-ED1B-D761BFA6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225E-A593-BBE5-FA35-2952DE6D5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30E95-9162-1956-4897-1AA052698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0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44">
          <p15:clr>
            <a:srgbClr val="F26B43"/>
          </p15:clr>
        </p15:guide>
        <p15:guide id="4" pos="7416">
          <p15:clr>
            <a:srgbClr val="F26B43"/>
          </p15:clr>
        </p15:guide>
        <p15:guide id="5" pos="3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812C0-D4F0-C345-96B4-1E8B918506AC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134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  <p:sldLayoutId id="2147483832" r:id="rId18"/>
    <p:sldLayoutId id="2147483833" r:id="rId19"/>
    <p:sldLayoutId id="2147483834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36A1-1A23-FDCA-E791-278F673B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RemoteMarket</a:t>
            </a:r>
            <a:r>
              <a:rPr lang="en-US" dirty="0"/>
              <a:t>: Connecting Opportunities, Empowering Lives</a:t>
            </a: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B93DE923-4F23-28E3-16C7-B0BEA7407B1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307642"/>
            <a:ext cx="5442333" cy="466564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F0848-B081-1EB4-54CE-A4262714BD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Created by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C5B7BB-086A-0BEE-471F-DC71F427D3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Ezra Taft Brigham Essien </a:t>
            </a:r>
          </a:p>
        </p:txBody>
      </p:sp>
    </p:spTree>
    <p:extLst>
      <p:ext uri="{BB962C8B-B14F-4D97-AF65-F5344CB8AC3E}">
        <p14:creationId xmlns:p14="http://schemas.microsoft.com/office/powerpoint/2010/main" val="97953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A031F-7D7E-3C87-3A34-F498C6EB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Unique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E6C3-7BB7-1B13-67F8-12585B60C4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Tailored Matches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6A55C-FA40-7903-0E0E-868FEC6E26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Online Opportunities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4BD411-4EA2-08DC-8E2F-845378E0AA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Empowering Lives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2C4EE5-F55D-C08A-B609-2B30384C1B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We match skills and aspirations, ensuring the best fit for both job seekers and employers.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045666-919A-F283-654F-B9BD9DBF65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Curating diverse remote roles across industries to provide a wide range of options for our clients.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D51383-4F43-EF84-FA98-EB10C888FA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Transforming careers and fostering personal growth through virtual connections and meaningful work.</a:t>
            </a:r>
          </a:p>
        </p:txBody>
      </p:sp>
    </p:spTree>
    <p:extLst>
      <p:ext uri="{BB962C8B-B14F-4D97-AF65-F5344CB8AC3E}">
        <p14:creationId xmlns:p14="http://schemas.microsoft.com/office/powerpoint/2010/main" val="204263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9A923-91B9-31E3-A904-25227C4B3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Valued Customers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B5724-864D-465C-0E86-7903EC75A6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Fresh Graduates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1E29C-E195-6EE0-1D61-6EEBEA848C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Experienced Professionals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50681-218B-94C6-293B-0590B28186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Career Changers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157E45-B2F0-1377-C8D4-7E748ECF85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Enabling recent graduates to kick-start their careers from anywhere with suitable remote job opportunities.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EA08A7-B4FB-B43C-BC73-B4D2C40A40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Assisting professionals in finding work-life balance without compromising their expertise through remote work options.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BB6573-FE49-5630-C3CA-35D535C6A6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Supporting individuals transitioning into new fields by connecting them with remote work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1383376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471BB-A277-89C3-588B-F952A6C4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Core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D4B14-648A-A528-08C9-3209DEAC38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Inclusivity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C8210-6F78-D380-A1B4-0030B27BFA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Quality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1DDE43-6711-47F5-E350-59DEFBE059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Passion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3EE0C0-0FB5-25D4-7494-E2C8C19563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Embracing diversity in skills, backgrounds, and perspectives to create a supportive and collaborative community.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80F220-FCEC-DE67-A65A-15C5B19182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Commitment to delivering excellence in every connection we facilitate, ensuring high standards for both job seekers and employers.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6378FA3-194B-2948-0ECB-3C24C34CF9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Dedicated to shaping a future where work knows no boundaries, driven by unwavering enthusiasm and commitment.</a:t>
            </a:r>
          </a:p>
        </p:txBody>
      </p:sp>
    </p:spTree>
    <p:extLst>
      <p:ext uri="{BB962C8B-B14F-4D97-AF65-F5344CB8AC3E}">
        <p14:creationId xmlns:p14="http://schemas.microsoft.com/office/powerpoint/2010/main" val="346530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2DEF-344C-E2AC-9946-BECB84871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D7570-9E94-0AFE-7DA5-AD10ED5A19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EFFBB-D957-BEEC-82A9-42FB901382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8BBF7-7E6F-C3EE-51D6-BF51313E77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DF4BC6-7C99-DF58-1B66-F637F49940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E26F6B-C6A1-B7CF-4C36-06CD059327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3C3BD3-E86F-DCF7-7D5D-4B05F9DBB3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9056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Office Theme">
  <a:themeElements>
    <a:clrScheme name="Custom 3">
      <a:dk1>
        <a:srgbClr val="000000"/>
      </a:dk1>
      <a:lt1>
        <a:srgbClr val="FFFFFF"/>
      </a:lt1>
      <a:dk2>
        <a:srgbClr val="718DB2"/>
      </a:dk2>
      <a:lt2>
        <a:srgbClr val="FEFFFF"/>
      </a:lt2>
      <a:accent1>
        <a:srgbClr val="5E5E5E"/>
      </a:accent1>
      <a:accent2>
        <a:srgbClr val="E7E6E6"/>
      </a:accent2>
      <a:accent3>
        <a:srgbClr val="D7CDC8"/>
      </a:accent3>
      <a:accent4>
        <a:srgbClr val="AFA5A0"/>
      </a:accent4>
      <a:accent5>
        <a:srgbClr val="918787"/>
      </a:accent5>
      <a:accent6>
        <a:srgbClr val="556969"/>
      </a:accent6>
      <a:hlink>
        <a:srgbClr val="3758C1"/>
      </a:hlink>
      <a:folHlink>
        <a:srgbClr val="00539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  <wetp:taskpane dockstate="right" visibility="0" width="525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90DC0D0-96CB-4FCF-AB85-8B5B162D0255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D98FB9F-E7E9-46D4-B149-EF6A758378EA}">
  <we:reference id="wa104379997" version="3.0.0.0" store="en-U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184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Poppins</vt:lpstr>
      <vt:lpstr>Tw Cen MT</vt:lpstr>
      <vt:lpstr>1_Office Theme</vt:lpstr>
      <vt:lpstr>Circuit</vt:lpstr>
      <vt:lpstr>RemoteMarket: Connecting Opportunities, Empowering Lives</vt:lpstr>
      <vt:lpstr>Our Unique Approach</vt:lpstr>
      <vt:lpstr>Our Valued Customers</vt:lpstr>
      <vt:lpstr>Our Core Values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RemoteMarket: Connecting Opportunities, Empowering Lives</dc:title>
  <dc:creator>Brigham Taft Essien</dc:creator>
  <cp:lastModifiedBy>Brigham Taft Essien</cp:lastModifiedBy>
  <cp:revision>2</cp:revision>
  <dcterms:created xsi:type="dcterms:W3CDTF">2024-03-07T01:30:43Z</dcterms:created>
  <dcterms:modified xsi:type="dcterms:W3CDTF">2024-03-08T14:49:11Z</dcterms:modified>
</cp:coreProperties>
</file>