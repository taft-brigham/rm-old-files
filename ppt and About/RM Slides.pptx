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E9D23-322E-2A4C-769D-ADDC47BF38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9828ED-C20E-EAFF-19A0-E145ED567F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60728-2352-CBD5-3D23-84232C605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DC51E-41A8-4B88-88F7-44C0504E52E7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AEBA2-11AF-242F-654E-0C6FB39D7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505AB-22ED-FC58-9CCA-D46CA0F34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D0A7A-D4DE-4B14-97F0-878EC7192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170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7A874-6161-09EE-C029-3B96B6A6E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73754-9B6E-1B96-577A-1FF2A2CF5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7BAB3-AD0E-E311-96EC-63C44EDF5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DC51E-41A8-4B88-88F7-44C0504E52E7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DA31F-06FD-AE4D-F90A-7387081DF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3FD17-5004-1FFD-363D-D1C83C4F8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D0A7A-D4DE-4B14-97F0-878EC7192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092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96660-0105-F49C-E5D0-92B11B6C4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C37C79-BDF7-957C-E6F0-A27BCC4C0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99F64-C334-8205-F9F2-502A0137A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DC51E-41A8-4B88-88F7-44C0504E52E7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C98C2-6EAF-86A2-5530-49547CE9E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04D21-52D6-C7E0-31EC-9619C9C74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D0A7A-D4DE-4B14-97F0-878EC7192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223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0BC85-1AC1-7D01-3739-C0B9A5019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B8ED1-0304-A31A-EAE5-B8978B6478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9DBEF4-EFE8-4D59-53EF-75AF7A513F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51E12E-4D7A-BE91-F465-9CFA99B71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DC51E-41A8-4B88-88F7-44C0504E52E7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36C731-8C64-E9D3-0463-515CEA866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775DC9-C9B9-4D53-398B-B287E4E5E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D0A7A-D4DE-4B14-97F0-878EC7192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171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F7B64-62B5-0621-0127-98D5589D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DD418-AA1F-6D5D-6D0E-857A2BC22D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54354B-8FB7-0F92-5DD1-C3E3343B3C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F795F7-97BE-2ED9-2610-231DC8EEB5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28A121-D5F3-6049-A577-2791F7528B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2D1E8C-A2AE-2F15-5D10-8E264EA38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DC51E-41A8-4B88-88F7-44C0504E52E7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6CA8B1-06B1-F6AC-AFB6-45D3F141D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2E6B7F-1927-195A-9EA8-E6D0437C7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D0A7A-D4DE-4B14-97F0-878EC7192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089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38C58-2FA3-B728-875A-193E2E36E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27D78C-5A9D-C6E6-4F97-29E2AAF38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DC51E-41A8-4B88-88F7-44C0504E52E7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56E2DB-F30F-493B-3C2B-7C60EBDE3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C60741-AAAB-C5D2-CDDE-3E44381B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D0A7A-D4DE-4B14-97F0-878EC7192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417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20C8EE-98E2-30B5-6423-95BBD5D3B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DC51E-41A8-4B88-88F7-44C0504E52E7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C7ABB0-2C27-052F-4A47-2A6DEE018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E1C70-C9B1-C4B5-5F3C-8171D1433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D0A7A-D4DE-4B14-97F0-878EC7192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598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3C5DE-10D9-BC9C-E2CE-01611B94D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FA7CC-4810-4E6B-A2EE-9DA457A68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D89250-49BE-6EC9-5DF1-10EA04338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67D518-6162-E272-998D-064EB3D08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DC51E-41A8-4B88-88F7-44C0504E52E7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FFA261-3742-21DD-9911-CF4669092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3EF980-9CDF-B87B-4FBE-1D6AADE3B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D0A7A-D4DE-4B14-97F0-878EC7192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408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C8EC2-87BB-7A1B-8AFF-653F3F7CC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A40DF4-319E-2BA3-1926-F1F20BC148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91F1BD-ECDE-C127-C166-49877D2027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8B8107-1DD3-7E3A-C386-E50221422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DC51E-41A8-4B88-88F7-44C0504E52E7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3BA6C7-015B-5274-3788-F8C2168FD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5F6F89-560A-BD14-7E92-1F5541E72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D0A7A-D4DE-4B14-97F0-878EC7192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494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F6F5C-CE81-C9BB-AFAA-2A72DB91B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AC4EF4-82B6-F417-AB9F-57DEF5A1AE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BA3E7-9FD1-6E60-B921-9FEA932F0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DC51E-41A8-4B88-88F7-44C0504E52E7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0D916-F514-CAA1-662F-03E2DD22A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DAE4F-C925-16EE-62C2-A70E4DB7B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D0A7A-D4DE-4B14-97F0-878EC7192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148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03B7D6-B26E-1F16-C6F1-A3ABA29F86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49DDC7-9AB7-4FEE-BEC3-6AC30F5440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DA111-1729-E396-26A9-92CDB4DDD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DC51E-41A8-4B88-88F7-44C0504E52E7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98345-D107-17C1-4AF5-A53FF9E66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6F621-CFAB-469E-8545-A461AE5CA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D0A7A-D4DE-4B14-97F0-878EC7192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392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43B820-1E1C-3AF3-7689-57C754A37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09BE34-9DC6-DF7B-450E-7A5FF854A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E678F-491F-36EC-3C16-7F0851C478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BDC51E-41A8-4B88-88F7-44C0504E52E7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69400-FE2E-6221-D379-D76510812C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8E8E2-F14D-B507-C3F9-8720FEFE1C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5D0A7A-D4DE-4B14-97F0-878EC7192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83273-99AF-D4BF-B5E3-DBDEC04398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182F0D-3332-9E6A-AE0F-C4BBBAEB33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395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Brigham Taft Essien</dc:creator>
  <cp:lastModifiedBy>Brigham Taft Essien</cp:lastModifiedBy>
  <cp:revision>1</cp:revision>
  <dcterms:created xsi:type="dcterms:W3CDTF">2024-03-06T16:47:33Z</dcterms:created>
  <dcterms:modified xsi:type="dcterms:W3CDTF">2024-03-06T23:18:40Z</dcterms:modified>
</cp:coreProperties>
</file>